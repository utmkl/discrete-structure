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emf" ContentType="image/x-e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335"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336" r:id="rId34"/>
    <p:sldId id="288" r:id="rId35"/>
    <p:sldId id="289" r:id="rId36"/>
    <p:sldId id="290" r:id="rId37"/>
    <p:sldId id="291" r:id="rId38"/>
    <p:sldId id="292" r:id="rId39"/>
    <p:sldId id="293" r:id="rId40"/>
    <p:sldId id="294" r:id="rId41"/>
    <p:sldId id="295" r:id="rId42"/>
    <p:sldId id="296" r:id="rId43"/>
    <p:sldId id="297" r:id="rId44"/>
    <p:sldId id="298" r:id="rId45"/>
    <p:sldId id="299" r:id="rId46"/>
    <p:sldId id="300" r:id="rId47"/>
    <p:sldId id="301" r:id="rId48"/>
    <p:sldId id="302" r:id="rId49"/>
    <p:sldId id="303" r:id="rId50"/>
    <p:sldId id="304" r:id="rId51"/>
    <p:sldId id="305" r:id="rId52"/>
    <p:sldId id="306" r:id="rId53"/>
    <p:sldId id="307" r:id="rId54"/>
    <p:sldId id="308" r:id="rId55"/>
    <p:sldId id="309" r:id="rId56"/>
    <p:sldId id="310" r:id="rId57"/>
    <p:sldId id="311" r:id="rId58"/>
    <p:sldId id="312" r:id="rId59"/>
    <p:sldId id="313" r:id="rId60"/>
    <p:sldId id="314" r:id="rId61"/>
    <p:sldId id="315" r:id="rId62"/>
    <p:sldId id="316" r:id="rId63"/>
    <p:sldId id="317" r:id="rId64"/>
    <p:sldId id="318" r:id="rId65"/>
    <p:sldId id="319" r:id="rId66"/>
    <p:sldId id="320" r:id="rId67"/>
    <p:sldId id="321" r:id="rId68"/>
    <p:sldId id="322" r:id="rId69"/>
    <p:sldId id="323" r:id="rId70"/>
    <p:sldId id="324" r:id="rId71"/>
    <p:sldId id="325" r:id="rId72"/>
    <p:sldId id="326" r:id="rId73"/>
    <p:sldId id="327" r:id="rId74"/>
    <p:sldId id="328" r:id="rId75"/>
    <p:sldId id="329" r:id="rId76"/>
    <p:sldId id="330" r:id="rId77"/>
    <p:sldId id="331" r:id="rId78"/>
    <p:sldId id="332" r:id="rId79"/>
    <p:sldId id="333" r:id="rId80"/>
    <p:sldId id="334" r:id="rId8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90" d="100"/>
          <a:sy n="90" d="100"/>
        </p:scale>
        <p:origin x="-1320" y="-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presProps" Target="presProps.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6.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4.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5.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6.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28.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29.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31.wmf"/></Relationships>
</file>

<file path=ppt/drawings/_rels/vmlDrawing8.vml.rels><?xml version="1.0" encoding="UTF-8" standalone="yes"?>
<Relationships xmlns="http://schemas.openxmlformats.org/package/2006/relationships"><Relationship Id="rId2" Type="http://schemas.openxmlformats.org/officeDocument/2006/relationships/image" Target="../media/image33.wmf"/><Relationship Id="rId1" Type="http://schemas.openxmlformats.org/officeDocument/2006/relationships/image" Target="../media/image32.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45.wmf"/></Relationships>
</file>

<file path=ppt/drawings/_rels/vmlDrawing10.vml.rels><?xml version="1.0" encoding="UTF-8" standalone="yes"?>
<Relationships xmlns="http://schemas.openxmlformats.org/package/2006/relationships"><Relationship Id="rId2" Type="http://schemas.openxmlformats.org/officeDocument/2006/relationships/image" Target="../media/image48.emf"/><Relationship Id="rId1" Type="http://schemas.openxmlformats.org/officeDocument/2006/relationships/image" Target="../media/image47.emf"/></Relationships>
</file>

<file path=ppt/drawings/_rels/vmlDrawing11.vml.rels><?xml version="1.0" encoding="UTF-8" standalone="yes"?>
<Relationships xmlns="http://schemas.openxmlformats.org/package/2006/relationships"><Relationship Id="rId3" Type="http://schemas.openxmlformats.org/officeDocument/2006/relationships/image" Target="../media/image52.emf"/><Relationship Id="rId2" Type="http://schemas.openxmlformats.org/officeDocument/2006/relationships/image" Target="../media/image51.wmf"/><Relationship Id="rId1" Type="http://schemas.openxmlformats.org/officeDocument/2006/relationships/image" Target="../media/image50.wmf"/><Relationship Id="rId4" Type="http://schemas.openxmlformats.org/officeDocument/2006/relationships/image" Target="../media/image53.w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55.emf"/></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MY"/>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MY"/>
          </a:p>
        </p:txBody>
      </p:sp>
      <p:sp>
        <p:nvSpPr>
          <p:cNvPr id="4" name="Date Placeholder 3"/>
          <p:cNvSpPr>
            <a:spLocks noGrp="1"/>
          </p:cNvSpPr>
          <p:nvPr>
            <p:ph type="dt" sz="half" idx="10"/>
          </p:nvPr>
        </p:nvSpPr>
        <p:spPr/>
        <p:txBody>
          <a:bodyPr/>
          <a:lstStyle>
            <a:lvl1pPr>
              <a:defRPr/>
            </a:lvl1pPr>
          </a:lstStyle>
          <a:p>
            <a:pPr>
              <a:defRPr/>
            </a:pPr>
            <a:fld id="{F6E11807-AB82-4474-9057-3C6FA20166A8}" type="datetimeFigureOut">
              <a:rPr lang="en-US" altLang="en-US"/>
              <a:pPr>
                <a:defRPr/>
              </a:pPr>
              <a:t>10/6/2015</a:t>
            </a:fld>
            <a:endParaRPr lang="en-US" altLang="en-US"/>
          </a:p>
        </p:txBody>
      </p:sp>
      <p:sp>
        <p:nvSpPr>
          <p:cNvPr id="5" name="Footer Placeholder 4"/>
          <p:cNvSpPr>
            <a:spLocks noGrp="1"/>
          </p:cNvSpPr>
          <p:nvPr>
            <p:ph type="ftr" sz="quarter" idx="11"/>
          </p:nvPr>
        </p:nvSpPr>
        <p:spPr/>
        <p:txBody>
          <a:bodyPr/>
          <a:lstStyle>
            <a:lvl1pPr>
              <a:defRPr/>
            </a:lvl1pPr>
          </a:lstStyle>
          <a:p>
            <a:pPr>
              <a:defRPr/>
            </a:pPr>
            <a:endParaRPr lang="en-MY">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C786EE87-D593-4BFF-81BC-5A8E98AC69A5}" type="slidenum">
              <a:rPr lang="en-US" altLang="en-US"/>
              <a:pPr>
                <a:defRPr/>
              </a:pPr>
              <a:t>‹#›</a:t>
            </a:fld>
            <a:endParaRPr lang="en-US" altLang="en-US"/>
          </a:p>
        </p:txBody>
      </p:sp>
    </p:spTree>
    <p:extLst>
      <p:ext uri="{BB962C8B-B14F-4D97-AF65-F5344CB8AC3E}">
        <p14:creationId xmlns:p14="http://schemas.microsoft.com/office/powerpoint/2010/main" val="6052341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MY"/>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MY"/>
          </a:p>
        </p:txBody>
      </p:sp>
      <p:sp>
        <p:nvSpPr>
          <p:cNvPr id="4" name="Date Placeholder 3"/>
          <p:cNvSpPr>
            <a:spLocks noGrp="1"/>
          </p:cNvSpPr>
          <p:nvPr>
            <p:ph type="dt" sz="half" idx="10"/>
          </p:nvPr>
        </p:nvSpPr>
        <p:spPr/>
        <p:txBody>
          <a:bodyPr/>
          <a:lstStyle>
            <a:lvl1pPr>
              <a:defRPr/>
            </a:lvl1pPr>
          </a:lstStyle>
          <a:p>
            <a:pPr>
              <a:defRPr/>
            </a:pPr>
            <a:fld id="{9EF7F5B3-C4F3-43FF-861E-BF72E75D0E73}" type="datetimeFigureOut">
              <a:rPr lang="en-US" altLang="en-US"/>
              <a:pPr>
                <a:defRPr/>
              </a:pPr>
              <a:t>10/6/2015</a:t>
            </a:fld>
            <a:endParaRPr lang="en-US" altLang="en-US"/>
          </a:p>
        </p:txBody>
      </p:sp>
      <p:sp>
        <p:nvSpPr>
          <p:cNvPr id="5" name="Footer Placeholder 4"/>
          <p:cNvSpPr>
            <a:spLocks noGrp="1"/>
          </p:cNvSpPr>
          <p:nvPr>
            <p:ph type="ftr" sz="quarter" idx="11"/>
          </p:nvPr>
        </p:nvSpPr>
        <p:spPr/>
        <p:txBody>
          <a:bodyPr/>
          <a:lstStyle>
            <a:lvl1pPr>
              <a:defRPr/>
            </a:lvl1pPr>
          </a:lstStyle>
          <a:p>
            <a:pPr>
              <a:defRPr/>
            </a:pPr>
            <a:endParaRPr lang="en-MY">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54FD0AD7-ADFE-44BA-A849-0824A7FB5DC2}" type="slidenum">
              <a:rPr lang="en-US" altLang="en-US"/>
              <a:pPr>
                <a:defRPr/>
              </a:pPr>
              <a:t>‹#›</a:t>
            </a:fld>
            <a:endParaRPr lang="en-US" altLang="en-US"/>
          </a:p>
        </p:txBody>
      </p:sp>
    </p:spTree>
    <p:extLst>
      <p:ext uri="{BB962C8B-B14F-4D97-AF65-F5344CB8AC3E}">
        <p14:creationId xmlns:p14="http://schemas.microsoft.com/office/powerpoint/2010/main" val="10600004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MY"/>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fld id="{3DD653AF-B815-439B-A838-2750A84AB77C}" type="datetimeFigureOut">
              <a:rPr lang="en-US" altLang="en-US"/>
              <a:pPr>
                <a:defRPr/>
              </a:pPr>
              <a:t>10/6/2015</a:t>
            </a:fld>
            <a:endParaRPr lang="en-US" altLang="en-US"/>
          </a:p>
        </p:txBody>
      </p:sp>
      <p:sp>
        <p:nvSpPr>
          <p:cNvPr id="5" name="Footer Placeholder 4"/>
          <p:cNvSpPr>
            <a:spLocks noGrp="1"/>
          </p:cNvSpPr>
          <p:nvPr>
            <p:ph type="ftr" sz="quarter" idx="11"/>
          </p:nvPr>
        </p:nvSpPr>
        <p:spPr/>
        <p:txBody>
          <a:bodyPr/>
          <a:lstStyle>
            <a:lvl1pPr>
              <a:defRPr/>
            </a:lvl1pPr>
          </a:lstStyle>
          <a:p>
            <a:pPr>
              <a:defRPr/>
            </a:pPr>
            <a:endParaRPr lang="en-MY">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66834F66-1AAF-4529-92FA-AA66F200A8A8}" type="slidenum">
              <a:rPr lang="en-US" altLang="en-US"/>
              <a:pPr>
                <a:defRPr/>
              </a:pPr>
              <a:t>‹#›</a:t>
            </a:fld>
            <a:endParaRPr lang="en-US" altLang="en-US"/>
          </a:p>
        </p:txBody>
      </p:sp>
    </p:spTree>
    <p:extLst>
      <p:ext uri="{BB962C8B-B14F-4D97-AF65-F5344CB8AC3E}">
        <p14:creationId xmlns:p14="http://schemas.microsoft.com/office/powerpoint/2010/main" val="40842864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MY"/>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MY"/>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MY"/>
          </a:p>
        </p:txBody>
      </p:sp>
      <p:sp>
        <p:nvSpPr>
          <p:cNvPr id="5" name="Date Placeholder 3"/>
          <p:cNvSpPr>
            <a:spLocks noGrp="1"/>
          </p:cNvSpPr>
          <p:nvPr>
            <p:ph type="dt" sz="half" idx="10"/>
          </p:nvPr>
        </p:nvSpPr>
        <p:spPr/>
        <p:txBody>
          <a:bodyPr/>
          <a:lstStyle>
            <a:lvl1pPr>
              <a:defRPr/>
            </a:lvl1pPr>
          </a:lstStyle>
          <a:p>
            <a:pPr>
              <a:defRPr/>
            </a:pPr>
            <a:fld id="{2ED9CDD3-57DE-47F3-9D6B-8113EF2CA6AB}" type="datetimeFigureOut">
              <a:rPr lang="en-US" altLang="en-US"/>
              <a:pPr>
                <a:defRPr/>
              </a:pPr>
              <a:t>10/6/2015</a:t>
            </a:fld>
            <a:endParaRPr lang="en-US" altLang="en-US"/>
          </a:p>
        </p:txBody>
      </p:sp>
      <p:sp>
        <p:nvSpPr>
          <p:cNvPr id="6" name="Footer Placeholder 4"/>
          <p:cNvSpPr>
            <a:spLocks noGrp="1"/>
          </p:cNvSpPr>
          <p:nvPr>
            <p:ph type="ftr" sz="quarter" idx="11"/>
          </p:nvPr>
        </p:nvSpPr>
        <p:spPr/>
        <p:txBody>
          <a:bodyPr/>
          <a:lstStyle>
            <a:lvl1pPr>
              <a:defRPr/>
            </a:lvl1pPr>
          </a:lstStyle>
          <a:p>
            <a:pPr>
              <a:defRPr/>
            </a:pPr>
            <a:endParaRPr lang="en-MY">
              <a:solidFill>
                <a:prstClr val="black">
                  <a:tint val="75000"/>
                </a:prstClr>
              </a:solidFill>
            </a:endParaRPr>
          </a:p>
        </p:txBody>
      </p:sp>
      <p:sp>
        <p:nvSpPr>
          <p:cNvPr id="7" name="Slide Number Placeholder 5"/>
          <p:cNvSpPr>
            <a:spLocks noGrp="1"/>
          </p:cNvSpPr>
          <p:nvPr>
            <p:ph type="sldNum" sz="quarter" idx="12"/>
          </p:nvPr>
        </p:nvSpPr>
        <p:spPr/>
        <p:txBody>
          <a:bodyPr/>
          <a:lstStyle>
            <a:lvl1pPr>
              <a:defRPr/>
            </a:lvl1pPr>
          </a:lstStyle>
          <a:p>
            <a:pPr>
              <a:defRPr/>
            </a:pPr>
            <a:fld id="{B14E7EA4-0E3F-4624-93CF-36824CC04D45}" type="slidenum">
              <a:rPr lang="en-US" altLang="en-US"/>
              <a:pPr>
                <a:defRPr/>
              </a:pPr>
              <a:t>‹#›</a:t>
            </a:fld>
            <a:endParaRPr lang="en-US" altLang="en-US"/>
          </a:p>
        </p:txBody>
      </p:sp>
    </p:spTree>
    <p:extLst>
      <p:ext uri="{BB962C8B-B14F-4D97-AF65-F5344CB8AC3E}">
        <p14:creationId xmlns:p14="http://schemas.microsoft.com/office/powerpoint/2010/main" val="36247048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MY"/>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MY"/>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MY"/>
          </a:p>
        </p:txBody>
      </p:sp>
      <p:sp>
        <p:nvSpPr>
          <p:cNvPr id="7" name="Date Placeholder 3"/>
          <p:cNvSpPr>
            <a:spLocks noGrp="1"/>
          </p:cNvSpPr>
          <p:nvPr>
            <p:ph type="dt" sz="half" idx="10"/>
          </p:nvPr>
        </p:nvSpPr>
        <p:spPr/>
        <p:txBody>
          <a:bodyPr/>
          <a:lstStyle>
            <a:lvl1pPr>
              <a:defRPr/>
            </a:lvl1pPr>
          </a:lstStyle>
          <a:p>
            <a:pPr>
              <a:defRPr/>
            </a:pPr>
            <a:fld id="{E809E78A-2FFD-497E-AF09-4468AB410244}" type="datetimeFigureOut">
              <a:rPr lang="en-US" altLang="en-US"/>
              <a:pPr>
                <a:defRPr/>
              </a:pPr>
              <a:t>10/6/2015</a:t>
            </a:fld>
            <a:endParaRPr lang="en-US" altLang="en-US"/>
          </a:p>
        </p:txBody>
      </p:sp>
      <p:sp>
        <p:nvSpPr>
          <p:cNvPr id="8" name="Footer Placeholder 4"/>
          <p:cNvSpPr>
            <a:spLocks noGrp="1"/>
          </p:cNvSpPr>
          <p:nvPr>
            <p:ph type="ftr" sz="quarter" idx="11"/>
          </p:nvPr>
        </p:nvSpPr>
        <p:spPr/>
        <p:txBody>
          <a:bodyPr/>
          <a:lstStyle>
            <a:lvl1pPr>
              <a:defRPr/>
            </a:lvl1pPr>
          </a:lstStyle>
          <a:p>
            <a:pPr>
              <a:defRPr/>
            </a:pPr>
            <a:endParaRPr lang="en-MY">
              <a:solidFill>
                <a:prstClr val="black">
                  <a:tint val="75000"/>
                </a:prstClr>
              </a:solidFill>
            </a:endParaRPr>
          </a:p>
        </p:txBody>
      </p:sp>
      <p:sp>
        <p:nvSpPr>
          <p:cNvPr id="9" name="Slide Number Placeholder 5"/>
          <p:cNvSpPr>
            <a:spLocks noGrp="1"/>
          </p:cNvSpPr>
          <p:nvPr>
            <p:ph type="sldNum" sz="quarter" idx="12"/>
          </p:nvPr>
        </p:nvSpPr>
        <p:spPr/>
        <p:txBody>
          <a:bodyPr/>
          <a:lstStyle>
            <a:lvl1pPr>
              <a:defRPr/>
            </a:lvl1pPr>
          </a:lstStyle>
          <a:p>
            <a:pPr>
              <a:defRPr/>
            </a:pPr>
            <a:fld id="{B60BFA1C-524F-4994-A276-674EF6671CBF}" type="slidenum">
              <a:rPr lang="en-US" altLang="en-US"/>
              <a:pPr>
                <a:defRPr/>
              </a:pPr>
              <a:t>‹#›</a:t>
            </a:fld>
            <a:endParaRPr lang="en-US" altLang="en-US"/>
          </a:p>
        </p:txBody>
      </p:sp>
    </p:spTree>
    <p:extLst>
      <p:ext uri="{BB962C8B-B14F-4D97-AF65-F5344CB8AC3E}">
        <p14:creationId xmlns:p14="http://schemas.microsoft.com/office/powerpoint/2010/main" val="26082606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MY"/>
          </a:p>
        </p:txBody>
      </p:sp>
      <p:sp>
        <p:nvSpPr>
          <p:cNvPr id="3" name="Date Placeholder 3"/>
          <p:cNvSpPr>
            <a:spLocks noGrp="1"/>
          </p:cNvSpPr>
          <p:nvPr>
            <p:ph type="dt" sz="half" idx="10"/>
          </p:nvPr>
        </p:nvSpPr>
        <p:spPr/>
        <p:txBody>
          <a:bodyPr/>
          <a:lstStyle>
            <a:lvl1pPr>
              <a:defRPr/>
            </a:lvl1pPr>
          </a:lstStyle>
          <a:p>
            <a:pPr>
              <a:defRPr/>
            </a:pPr>
            <a:fld id="{59F1B1BB-EBE7-4BA3-B30C-67275BD23E25}" type="datetimeFigureOut">
              <a:rPr lang="en-US" altLang="en-US"/>
              <a:pPr>
                <a:defRPr/>
              </a:pPr>
              <a:t>10/6/2015</a:t>
            </a:fld>
            <a:endParaRPr lang="en-US" altLang="en-US"/>
          </a:p>
        </p:txBody>
      </p:sp>
      <p:sp>
        <p:nvSpPr>
          <p:cNvPr id="4" name="Footer Placeholder 4"/>
          <p:cNvSpPr>
            <a:spLocks noGrp="1"/>
          </p:cNvSpPr>
          <p:nvPr>
            <p:ph type="ftr" sz="quarter" idx="11"/>
          </p:nvPr>
        </p:nvSpPr>
        <p:spPr/>
        <p:txBody>
          <a:bodyPr/>
          <a:lstStyle>
            <a:lvl1pPr>
              <a:defRPr/>
            </a:lvl1pPr>
          </a:lstStyle>
          <a:p>
            <a:pPr>
              <a:defRPr/>
            </a:pPr>
            <a:endParaRPr lang="en-MY">
              <a:solidFill>
                <a:prstClr val="black">
                  <a:tint val="75000"/>
                </a:prstClr>
              </a:solidFill>
            </a:endParaRPr>
          </a:p>
        </p:txBody>
      </p:sp>
      <p:sp>
        <p:nvSpPr>
          <p:cNvPr id="5" name="Slide Number Placeholder 5"/>
          <p:cNvSpPr>
            <a:spLocks noGrp="1"/>
          </p:cNvSpPr>
          <p:nvPr>
            <p:ph type="sldNum" sz="quarter" idx="12"/>
          </p:nvPr>
        </p:nvSpPr>
        <p:spPr/>
        <p:txBody>
          <a:bodyPr/>
          <a:lstStyle>
            <a:lvl1pPr>
              <a:defRPr/>
            </a:lvl1pPr>
          </a:lstStyle>
          <a:p>
            <a:pPr>
              <a:defRPr/>
            </a:pPr>
            <a:fld id="{EFE38371-D0F6-41BA-AB7A-8B8BE0E646A1}" type="slidenum">
              <a:rPr lang="en-US" altLang="en-US"/>
              <a:pPr>
                <a:defRPr/>
              </a:pPr>
              <a:t>‹#›</a:t>
            </a:fld>
            <a:endParaRPr lang="en-US" altLang="en-US"/>
          </a:p>
        </p:txBody>
      </p:sp>
    </p:spTree>
    <p:extLst>
      <p:ext uri="{BB962C8B-B14F-4D97-AF65-F5344CB8AC3E}">
        <p14:creationId xmlns:p14="http://schemas.microsoft.com/office/powerpoint/2010/main" val="15517351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9568FB1D-1568-433B-A335-A2C5BE94C8EE}" type="datetimeFigureOut">
              <a:rPr lang="en-US" altLang="en-US"/>
              <a:pPr>
                <a:defRPr/>
              </a:pPr>
              <a:t>10/6/2015</a:t>
            </a:fld>
            <a:endParaRPr lang="en-US" altLang="en-US"/>
          </a:p>
        </p:txBody>
      </p:sp>
      <p:sp>
        <p:nvSpPr>
          <p:cNvPr id="3" name="Footer Placeholder 4"/>
          <p:cNvSpPr>
            <a:spLocks noGrp="1"/>
          </p:cNvSpPr>
          <p:nvPr>
            <p:ph type="ftr" sz="quarter" idx="11"/>
          </p:nvPr>
        </p:nvSpPr>
        <p:spPr/>
        <p:txBody>
          <a:bodyPr/>
          <a:lstStyle>
            <a:lvl1pPr>
              <a:defRPr/>
            </a:lvl1pPr>
          </a:lstStyle>
          <a:p>
            <a:pPr>
              <a:defRPr/>
            </a:pPr>
            <a:endParaRPr lang="en-MY">
              <a:solidFill>
                <a:prstClr val="black">
                  <a:tint val="75000"/>
                </a:prstClr>
              </a:solidFill>
            </a:endParaRPr>
          </a:p>
        </p:txBody>
      </p:sp>
      <p:sp>
        <p:nvSpPr>
          <p:cNvPr id="4" name="Slide Number Placeholder 5"/>
          <p:cNvSpPr>
            <a:spLocks noGrp="1"/>
          </p:cNvSpPr>
          <p:nvPr>
            <p:ph type="sldNum" sz="quarter" idx="12"/>
          </p:nvPr>
        </p:nvSpPr>
        <p:spPr/>
        <p:txBody>
          <a:bodyPr/>
          <a:lstStyle>
            <a:lvl1pPr>
              <a:defRPr/>
            </a:lvl1pPr>
          </a:lstStyle>
          <a:p>
            <a:pPr>
              <a:defRPr/>
            </a:pPr>
            <a:fld id="{DBE4B276-7C74-4A73-B7B4-B43AB822BA93}" type="slidenum">
              <a:rPr lang="en-US" altLang="en-US"/>
              <a:pPr>
                <a:defRPr/>
              </a:pPr>
              <a:t>‹#›</a:t>
            </a:fld>
            <a:endParaRPr lang="en-US" altLang="en-US"/>
          </a:p>
        </p:txBody>
      </p:sp>
    </p:spTree>
    <p:extLst>
      <p:ext uri="{BB962C8B-B14F-4D97-AF65-F5344CB8AC3E}">
        <p14:creationId xmlns:p14="http://schemas.microsoft.com/office/powerpoint/2010/main" val="13684959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MY"/>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MY"/>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FF0E8908-B30D-4F0F-8A1F-7ABE47CC45C2}" type="datetimeFigureOut">
              <a:rPr lang="en-US" altLang="en-US"/>
              <a:pPr>
                <a:defRPr/>
              </a:pPr>
              <a:t>10/6/2015</a:t>
            </a:fld>
            <a:endParaRPr lang="en-US" altLang="en-US"/>
          </a:p>
        </p:txBody>
      </p:sp>
      <p:sp>
        <p:nvSpPr>
          <p:cNvPr id="6" name="Footer Placeholder 4"/>
          <p:cNvSpPr>
            <a:spLocks noGrp="1"/>
          </p:cNvSpPr>
          <p:nvPr>
            <p:ph type="ftr" sz="quarter" idx="11"/>
          </p:nvPr>
        </p:nvSpPr>
        <p:spPr/>
        <p:txBody>
          <a:bodyPr/>
          <a:lstStyle>
            <a:lvl1pPr>
              <a:defRPr/>
            </a:lvl1pPr>
          </a:lstStyle>
          <a:p>
            <a:pPr>
              <a:defRPr/>
            </a:pPr>
            <a:endParaRPr lang="en-MY">
              <a:solidFill>
                <a:prstClr val="black">
                  <a:tint val="75000"/>
                </a:prstClr>
              </a:solidFill>
            </a:endParaRPr>
          </a:p>
        </p:txBody>
      </p:sp>
      <p:sp>
        <p:nvSpPr>
          <p:cNvPr id="7" name="Slide Number Placeholder 5"/>
          <p:cNvSpPr>
            <a:spLocks noGrp="1"/>
          </p:cNvSpPr>
          <p:nvPr>
            <p:ph type="sldNum" sz="quarter" idx="12"/>
          </p:nvPr>
        </p:nvSpPr>
        <p:spPr/>
        <p:txBody>
          <a:bodyPr/>
          <a:lstStyle>
            <a:lvl1pPr>
              <a:defRPr/>
            </a:lvl1pPr>
          </a:lstStyle>
          <a:p>
            <a:pPr>
              <a:defRPr/>
            </a:pPr>
            <a:fld id="{363BB332-E788-437E-809D-917C4F106364}" type="slidenum">
              <a:rPr lang="en-US" altLang="en-US"/>
              <a:pPr>
                <a:defRPr/>
              </a:pPr>
              <a:t>‹#›</a:t>
            </a:fld>
            <a:endParaRPr lang="en-US" altLang="en-US"/>
          </a:p>
        </p:txBody>
      </p:sp>
    </p:spTree>
    <p:extLst>
      <p:ext uri="{BB962C8B-B14F-4D97-AF65-F5344CB8AC3E}">
        <p14:creationId xmlns:p14="http://schemas.microsoft.com/office/powerpoint/2010/main" val="1385753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MY"/>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MY"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BAEDE90B-52ED-4AC2-A5C6-33F8C6DBC48C}" type="datetimeFigureOut">
              <a:rPr lang="en-US" altLang="en-US"/>
              <a:pPr>
                <a:defRPr/>
              </a:pPr>
              <a:t>10/6/2015</a:t>
            </a:fld>
            <a:endParaRPr lang="en-US" altLang="en-US"/>
          </a:p>
        </p:txBody>
      </p:sp>
      <p:sp>
        <p:nvSpPr>
          <p:cNvPr id="6" name="Footer Placeholder 4"/>
          <p:cNvSpPr>
            <a:spLocks noGrp="1"/>
          </p:cNvSpPr>
          <p:nvPr>
            <p:ph type="ftr" sz="quarter" idx="11"/>
          </p:nvPr>
        </p:nvSpPr>
        <p:spPr/>
        <p:txBody>
          <a:bodyPr/>
          <a:lstStyle>
            <a:lvl1pPr>
              <a:defRPr/>
            </a:lvl1pPr>
          </a:lstStyle>
          <a:p>
            <a:pPr>
              <a:defRPr/>
            </a:pPr>
            <a:endParaRPr lang="en-MY">
              <a:solidFill>
                <a:prstClr val="black">
                  <a:tint val="75000"/>
                </a:prstClr>
              </a:solidFill>
            </a:endParaRPr>
          </a:p>
        </p:txBody>
      </p:sp>
      <p:sp>
        <p:nvSpPr>
          <p:cNvPr id="7" name="Slide Number Placeholder 5"/>
          <p:cNvSpPr>
            <a:spLocks noGrp="1"/>
          </p:cNvSpPr>
          <p:nvPr>
            <p:ph type="sldNum" sz="quarter" idx="12"/>
          </p:nvPr>
        </p:nvSpPr>
        <p:spPr/>
        <p:txBody>
          <a:bodyPr/>
          <a:lstStyle>
            <a:lvl1pPr>
              <a:defRPr/>
            </a:lvl1pPr>
          </a:lstStyle>
          <a:p>
            <a:pPr>
              <a:defRPr/>
            </a:pPr>
            <a:fld id="{B654520F-1986-4219-AD79-DC3342C5B7E4}" type="slidenum">
              <a:rPr lang="en-US" altLang="en-US"/>
              <a:pPr>
                <a:defRPr/>
              </a:pPr>
              <a:t>‹#›</a:t>
            </a:fld>
            <a:endParaRPr lang="en-US" altLang="en-US"/>
          </a:p>
        </p:txBody>
      </p:sp>
    </p:spTree>
    <p:extLst>
      <p:ext uri="{BB962C8B-B14F-4D97-AF65-F5344CB8AC3E}">
        <p14:creationId xmlns:p14="http://schemas.microsoft.com/office/powerpoint/2010/main" val="1904514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MY"/>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MY"/>
          </a:p>
        </p:txBody>
      </p:sp>
      <p:sp>
        <p:nvSpPr>
          <p:cNvPr id="4" name="Date Placeholder 3"/>
          <p:cNvSpPr>
            <a:spLocks noGrp="1"/>
          </p:cNvSpPr>
          <p:nvPr>
            <p:ph type="dt" sz="half" idx="10"/>
          </p:nvPr>
        </p:nvSpPr>
        <p:spPr/>
        <p:txBody>
          <a:bodyPr/>
          <a:lstStyle>
            <a:lvl1pPr>
              <a:defRPr/>
            </a:lvl1pPr>
          </a:lstStyle>
          <a:p>
            <a:pPr>
              <a:defRPr/>
            </a:pPr>
            <a:fld id="{2182B047-551A-458B-8C92-F57391AA79D0}" type="datetimeFigureOut">
              <a:rPr lang="en-US" altLang="en-US"/>
              <a:pPr>
                <a:defRPr/>
              </a:pPr>
              <a:t>10/6/2015</a:t>
            </a:fld>
            <a:endParaRPr lang="en-US" altLang="en-US"/>
          </a:p>
        </p:txBody>
      </p:sp>
      <p:sp>
        <p:nvSpPr>
          <p:cNvPr id="5" name="Footer Placeholder 4"/>
          <p:cNvSpPr>
            <a:spLocks noGrp="1"/>
          </p:cNvSpPr>
          <p:nvPr>
            <p:ph type="ftr" sz="quarter" idx="11"/>
          </p:nvPr>
        </p:nvSpPr>
        <p:spPr/>
        <p:txBody>
          <a:bodyPr/>
          <a:lstStyle>
            <a:lvl1pPr>
              <a:defRPr/>
            </a:lvl1pPr>
          </a:lstStyle>
          <a:p>
            <a:pPr>
              <a:defRPr/>
            </a:pPr>
            <a:endParaRPr lang="en-MY">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27AD7429-CCFC-4CB0-8B89-F3A75F0FF222}" type="slidenum">
              <a:rPr lang="en-US" altLang="en-US"/>
              <a:pPr>
                <a:defRPr/>
              </a:pPr>
              <a:t>‹#›</a:t>
            </a:fld>
            <a:endParaRPr lang="en-US" altLang="en-US"/>
          </a:p>
        </p:txBody>
      </p:sp>
    </p:spTree>
    <p:extLst>
      <p:ext uri="{BB962C8B-B14F-4D97-AF65-F5344CB8AC3E}">
        <p14:creationId xmlns:p14="http://schemas.microsoft.com/office/powerpoint/2010/main" val="17065197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MY"/>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MY"/>
          </a:p>
        </p:txBody>
      </p:sp>
      <p:sp>
        <p:nvSpPr>
          <p:cNvPr id="4" name="Date Placeholder 3"/>
          <p:cNvSpPr>
            <a:spLocks noGrp="1"/>
          </p:cNvSpPr>
          <p:nvPr>
            <p:ph type="dt" sz="half" idx="10"/>
          </p:nvPr>
        </p:nvSpPr>
        <p:spPr/>
        <p:txBody>
          <a:bodyPr/>
          <a:lstStyle>
            <a:lvl1pPr>
              <a:defRPr/>
            </a:lvl1pPr>
          </a:lstStyle>
          <a:p>
            <a:pPr>
              <a:defRPr/>
            </a:pPr>
            <a:fld id="{3D77528B-1DE0-4115-B926-7D291183200C}" type="datetimeFigureOut">
              <a:rPr lang="en-US" altLang="en-US"/>
              <a:pPr>
                <a:defRPr/>
              </a:pPr>
              <a:t>10/6/2015</a:t>
            </a:fld>
            <a:endParaRPr lang="en-US" altLang="en-US"/>
          </a:p>
        </p:txBody>
      </p:sp>
      <p:sp>
        <p:nvSpPr>
          <p:cNvPr id="5" name="Footer Placeholder 4"/>
          <p:cNvSpPr>
            <a:spLocks noGrp="1"/>
          </p:cNvSpPr>
          <p:nvPr>
            <p:ph type="ftr" sz="quarter" idx="11"/>
          </p:nvPr>
        </p:nvSpPr>
        <p:spPr/>
        <p:txBody>
          <a:bodyPr/>
          <a:lstStyle>
            <a:lvl1pPr>
              <a:defRPr/>
            </a:lvl1pPr>
          </a:lstStyle>
          <a:p>
            <a:pPr>
              <a:defRPr/>
            </a:pPr>
            <a:endParaRPr lang="en-MY">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09D10F81-6130-4A44-AA9B-31F4BB6955D6}" type="slidenum">
              <a:rPr lang="en-US" altLang="en-US"/>
              <a:pPr>
                <a:defRPr/>
              </a:pPr>
              <a:t>‹#›</a:t>
            </a:fld>
            <a:endParaRPr lang="en-US" altLang="en-US"/>
          </a:p>
        </p:txBody>
      </p:sp>
    </p:spTree>
    <p:extLst>
      <p:ext uri="{BB962C8B-B14F-4D97-AF65-F5344CB8AC3E}">
        <p14:creationId xmlns:p14="http://schemas.microsoft.com/office/powerpoint/2010/main" val="417650279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verTx">
  <p:cSld name="Title and Content over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1371600"/>
          </a:xfrm>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981200"/>
            <a:ext cx="8229600" cy="18669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4000500"/>
            <a:ext cx="8229600" cy="18669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Footer Placeholder 4"/>
          <p:cNvSpPr>
            <a:spLocks noGrp="1"/>
          </p:cNvSpPr>
          <p:nvPr>
            <p:ph type="ftr" sz="quarter" idx="10"/>
          </p:nvPr>
        </p:nvSpPr>
        <p:spPr>
          <a:xfrm>
            <a:off x="3124200" y="6248400"/>
            <a:ext cx="2895600" cy="457200"/>
          </a:xfrm>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1"/>
          </p:nvPr>
        </p:nvSpPr>
        <p:spPr>
          <a:xfrm>
            <a:off x="6553200" y="6248400"/>
            <a:ext cx="2133600" cy="457200"/>
          </a:xfrm>
        </p:spPr>
        <p:txBody>
          <a:bodyPr/>
          <a:lstStyle>
            <a:lvl1pPr>
              <a:defRPr/>
            </a:lvl1pPr>
          </a:lstStyle>
          <a:p>
            <a:pPr>
              <a:defRPr/>
            </a:pPr>
            <a:fld id="{9A29734E-5A0B-4440-ACA0-55B20284723B}" type="slidenum">
              <a:rPr lang="en-US" altLang="en-US"/>
              <a:pPr>
                <a:defRPr/>
              </a:pPr>
              <a:t>‹#›</a:t>
            </a:fld>
            <a:endParaRPr lang="en-US" altLang="en-US"/>
          </a:p>
        </p:txBody>
      </p:sp>
      <p:sp>
        <p:nvSpPr>
          <p:cNvPr id="7" name="Date Placeholder 6"/>
          <p:cNvSpPr>
            <a:spLocks noGrp="1"/>
          </p:cNvSpPr>
          <p:nvPr>
            <p:ph type="dt" sz="half" idx="12"/>
          </p:nvPr>
        </p:nvSpPr>
        <p:spPr>
          <a:xfrm>
            <a:off x="457200" y="6245225"/>
            <a:ext cx="2133600" cy="476250"/>
          </a:xfrm>
        </p:spPr>
        <p:txBody>
          <a:bodyPr/>
          <a:lstStyle>
            <a:lvl1pPr>
              <a:defRPr>
                <a:latin typeface="Calibri" charset="0"/>
                <a:ea typeface="ＭＳ Ｐゴシック" charset="0"/>
                <a:cs typeface="Arial" charset="0"/>
              </a:defRPr>
            </a:lvl1pPr>
          </a:lstStyle>
          <a:p>
            <a:pPr>
              <a:defRPr/>
            </a:pPr>
            <a:endParaRPr lang="en-US"/>
          </a:p>
        </p:txBody>
      </p:sp>
    </p:spTree>
    <p:extLst>
      <p:ext uri="{BB962C8B-B14F-4D97-AF65-F5344CB8AC3E}">
        <p14:creationId xmlns:p14="http://schemas.microsoft.com/office/powerpoint/2010/main" val="40543435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smtClean="0"/>
              <a:t>Click to edit Master title style</a:t>
            </a:r>
          </a:p>
        </p:txBody>
      </p:sp>
      <p:sp>
        <p:nvSpPr>
          <p:cNvPr id="1027" name="Text Placeholder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wrap="square" lIns="91440" tIns="45720" rIns="91440" bIns="45720" numCol="1" anchor="ctr" anchorCtr="0" compatLnSpc="1">
            <a:prstTxWarp prst="textNoShape">
              <a:avLst/>
            </a:prstTxWarp>
          </a:bodyPr>
          <a:lstStyle>
            <a:lvl1pPr>
              <a:defRPr sz="1200">
                <a:solidFill>
                  <a:srgbClr val="898989"/>
                </a:solidFill>
                <a:ea typeface="MS PGothic" pitchFamily="34" charset="-128"/>
                <a:cs typeface="Arial" pitchFamily="34" charset="0"/>
              </a:defRPr>
            </a:lvl1pPr>
          </a:lstStyle>
          <a:p>
            <a:pPr fontAlgn="base">
              <a:spcBef>
                <a:spcPct val="0"/>
              </a:spcBef>
              <a:spcAft>
                <a:spcPct val="0"/>
              </a:spcAft>
              <a:defRPr/>
            </a:pPr>
            <a:fld id="{1780478D-22E2-4FCE-A130-0C6038A88538}" type="datetimeFigureOut">
              <a:rPr lang="en-US" altLang="en-US"/>
              <a:pPr fontAlgn="base">
                <a:spcBef>
                  <a:spcPct val="0"/>
                </a:spcBef>
                <a:spcAft>
                  <a:spcPct val="0"/>
                </a:spcAft>
                <a:defRPr/>
              </a:pPr>
              <a:t>10/6/2015</a:t>
            </a:fld>
            <a:endParaRPr lang="en-US" alt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ea typeface="+mn-ea"/>
                <a:cs typeface="+mn-cs"/>
              </a:defRPr>
            </a:lvl1pPr>
          </a:lstStyle>
          <a:p>
            <a:pPr>
              <a:defRPr/>
            </a:pPr>
            <a:endParaRPr lang="en-MY">
              <a:solidFill>
                <a:prstClr val="black">
                  <a:tint val="75000"/>
                </a:prstClr>
              </a:solidFill>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ea typeface="MS PGothic" pitchFamily="34" charset="-128"/>
                <a:cs typeface="Arial" pitchFamily="34" charset="0"/>
              </a:defRPr>
            </a:lvl1pPr>
          </a:lstStyle>
          <a:p>
            <a:pPr fontAlgn="base">
              <a:spcBef>
                <a:spcPct val="0"/>
              </a:spcBef>
              <a:spcAft>
                <a:spcPct val="0"/>
              </a:spcAft>
              <a:defRPr/>
            </a:pPr>
            <a:fld id="{B374E8A0-EFA4-4322-953A-6DDB3CC0BEA3}" type="slidenum">
              <a:rPr lang="en-US" altLang="en-US"/>
              <a:pPr fontAlgn="base">
                <a:spcBef>
                  <a:spcPct val="0"/>
                </a:spcBef>
                <a:spcAft>
                  <a:spcPct val="0"/>
                </a:spcAft>
                <a:defRPr/>
              </a:pPr>
              <a:t>‹#›</a:t>
            </a:fld>
            <a:endParaRPr lang="en-US" altLang="en-US"/>
          </a:p>
        </p:txBody>
      </p:sp>
      <p:pic>
        <p:nvPicPr>
          <p:cNvPr id="1031" name="Picture 7"/>
          <p:cNvPicPr>
            <a:picLocks noChangeAspect="1"/>
          </p:cNvPicPr>
          <p:nvPr userDrawn="1"/>
        </p:nvPicPr>
        <p:blipFill>
          <a:blip r:embed="rId14">
            <a:extLst>
              <a:ext uri="{28A0092B-C50C-407E-A947-70E740481C1C}">
                <a14:useLocalDpi xmlns:a14="http://schemas.microsoft.com/office/drawing/2010/main" val="0"/>
              </a:ext>
            </a:extLst>
          </a:blip>
          <a:srcRect/>
          <a:stretch>
            <a:fillRect/>
          </a:stretch>
        </p:blipFill>
        <p:spPr bwMode="auto">
          <a:xfrm>
            <a:off x="1588" y="0"/>
            <a:ext cx="9140825"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6377259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ctr" rtl="0" eaLnBrk="0" fontAlgn="base" hangingPunct="0">
        <a:spcBef>
          <a:spcPct val="0"/>
        </a:spcBef>
        <a:spcAft>
          <a:spcPct val="0"/>
        </a:spcAft>
        <a:defRPr sz="4400" kern="1200">
          <a:solidFill>
            <a:schemeClr val="tx1"/>
          </a:solidFill>
          <a:latin typeface="+mj-lt"/>
          <a:ea typeface="ＭＳ Ｐゴシック" pitchFamily="34" charset="-128"/>
          <a:cs typeface="ＭＳ Ｐゴシック" charset="0"/>
        </a:defRPr>
      </a:lvl1pPr>
      <a:lvl2pPr algn="ctr" rtl="0" eaLnBrk="0" fontAlgn="base" hangingPunct="0">
        <a:spcBef>
          <a:spcPct val="0"/>
        </a:spcBef>
        <a:spcAft>
          <a:spcPct val="0"/>
        </a:spcAft>
        <a:defRPr sz="4400">
          <a:solidFill>
            <a:schemeClr val="tx1"/>
          </a:solidFill>
          <a:latin typeface="Calibri" pitchFamily="-112" charset="0"/>
          <a:ea typeface="ＭＳ Ｐゴシック" pitchFamily="34" charset="-128"/>
          <a:cs typeface="ＭＳ Ｐゴシック" charset="0"/>
        </a:defRPr>
      </a:lvl2pPr>
      <a:lvl3pPr algn="ctr" rtl="0" eaLnBrk="0" fontAlgn="base" hangingPunct="0">
        <a:spcBef>
          <a:spcPct val="0"/>
        </a:spcBef>
        <a:spcAft>
          <a:spcPct val="0"/>
        </a:spcAft>
        <a:defRPr sz="4400">
          <a:solidFill>
            <a:schemeClr val="tx1"/>
          </a:solidFill>
          <a:latin typeface="Calibri" pitchFamily="-112" charset="0"/>
          <a:ea typeface="ＭＳ Ｐゴシック" pitchFamily="34" charset="-128"/>
          <a:cs typeface="ＭＳ Ｐゴシック" charset="0"/>
        </a:defRPr>
      </a:lvl3pPr>
      <a:lvl4pPr algn="ctr" rtl="0" eaLnBrk="0" fontAlgn="base" hangingPunct="0">
        <a:spcBef>
          <a:spcPct val="0"/>
        </a:spcBef>
        <a:spcAft>
          <a:spcPct val="0"/>
        </a:spcAft>
        <a:defRPr sz="4400">
          <a:solidFill>
            <a:schemeClr val="tx1"/>
          </a:solidFill>
          <a:latin typeface="Calibri" pitchFamily="-112" charset="0"/>
          <a:ea typeface="ＭＳ Ｐゴシック" pitchFamily="34" charset="-128"/>
          <a:cs typeface="ＭＳ Ｐゴシック" charset="0"/>
        </a:defRPr>
      </a:lvl4pPr>
      <a:lvl5pPr algn="ctr" rtl="0" eaLnBrk="0" fontAlgn="base" hangingPunct="0">
        <a:spcBef>
          <a:spcPct val="0"/>
        </a:spcBef>
        <a:spcAft>
          <a:spcPct val="0"/>
        </a:spcAft>
        <a:defRPr sz="4400">
          <a:solidFill>
            <a:schemeClr val="tx1"/>
          </a:solidFill>
          <a:latin typeface="Calibri" pitchFamily="-112" charset="0"/>
          <a:ea typeface="ＭＳ Ｐゴシック" pitchFamily="34" charset="-128"/>
          <a:cs typeface="ＭＳ Ｐゴシック" charset="0"/>
        </a:defRPr>
      </a:lvl5pPr>
      <a:lvl6pPr marL="457200" algn="ctr" rtl="0" fontAlgn="base">
        <a:spcBef>
          <a:spcPct val="0"/>
        </a:spcBef>
        <a:spcAft>
          <a:spcPct val="0"/>
        </a:spcAft>
        <a:defRPr sz="4400">
          <a:solidFill>
            <a:schemeClr val="tx1"/>
          </a:solidFill>
          <a:latin typeface="Calibri" pitchFamily="-112" charset="0"/>
        </a:defRPr>
      </a:lvl6pPr>
      <a:lvl7pPr marL="914400" algn="ctr" rtl="0" fontAlgn="base">
        <a:spcBef>
          <a:spcPct val="0"/>
        </a:spcBef>
        <a:spcAft>
          <a:spcPct val="0"/>
        </a:spcAft>
        <a:defRPr sz="4400">
          <a:solidFill>
            <a:schemeClr val="tx1"/>
          </a:solidFill>
          <a:latin typeface="Calibri" pitchFamily="-112" charset="0"/>
        </a:defRPr>
      </a:lvl7pPr>
      <a:lvl8pPr marL="1371600" algn="ctr" rtl="0" fontAlgn="base">
        <a:spcBef>
          <a:spcPct val="0"/>
        </a:spcBef>
        <a:spcAft>
          <a:spcPct val="0"/>
        </a:spcAft>
        <a:defRPr sz="4400">
          <a:solidFill>
            <a:schemeClr val="tx1"/>
          </a:solidFill>
          <a:latin typeface="Calibri" pitchFamily="-112" charset="0"/>
        </a:defRPr>
      </a:lvl8pPr>
      <a:lvl9pPr marL="1828800" algn="ctr" rtl="0" fontAlgn="base">
        <a:spcBef>
          <a:spcPct val="0"/>
        </a:spcBef>
        <a:spcAft>
          <a:spcPct val="0"/>
        </a:spcAft>
        <a:defRPr sz="4400">
          <a:solidFill>
            <a:schemeClr val="tx1"/>
          </a:solidFill>
          <a:latin typeface="Calibri" pitchFamily="-112" charset="0"/>
        </a:defRPr>
      </a:lvl9pPr>
    </p:titleStyle>
    <p:bodyStyle>
      <a:lvl1pPr marL="342900" indent="-342900" algn="l" rtl="0" eaLnBrk="0" fontAlgn="base" hangingPunct="0">
        <a:spcBef>
          <a:spcPct val="20000"/>
        </a:spcBef>
        <a:spcAft>
          <a:spcPct val="0"/>
        </a:spcAft>
        <a:buFont typeface="Arial" pitchFamily="34" charset="0"/>
        <a:buChar char="•"/>
        <a:defRPr sz="3200" kern="1200">
          <a:solidFill>
            <a:schemeClr val="tx1"/>
          </a:solidFill>
          <a:latin typeface="+mn-lt"/>
          <a:ea typeface="ＭＳ Ｐゴシック" pitchFamily="34" charset="-128"/>
          <a:cs typeface="ＭＳ Ｐゴシック" charset="0"/>
        </a:defRPr>
      </a:lvl1pPr>
      <a:lvl2pPr marL="742950" indent="-285750" algn="l" rtl="0" eaLnBrk="0" fontAlgn="base" hangingPunct="0">
        <a:spcBef>
          <a:spcPct val="20000"/>
        </a:spcBef>
        <a:spcAft>
          <a:spcPct val="0"/>
        </a:spcAft>
        <a:buFont typeface="Arial" pitchFamily="34" charset="0"/>
        <a:buChar char="–"/>
        <a:defRPr sz="2800" kern="1200">
          <a:solidFill>
            <a:schemeClr val="tx1"/>
          </a:solidFill>
          <a:latin typeface="+mn-lt"/>
          <a:ea typeface="ＭＳ Ｐゴシック" pitchFamily="34" charset="-128"/>
          <a:cs typeface="+mn-cs"/>
        </a:defRPr>
      </a:lvl2pPr>
      <a:lvl3pPr marL="1143000" indent="-228600" algn="l" rtl="0" eaLnBrk="0" fontAlgn="base" hangingPunct="0">
        <a:spcBef>
          <a:spcPct val="20000"/>
        </a:spcBef>
        <a:spcAft>
          <a:spcPct val="0"/>
        </a:spcAft>
        <a:buFont typeface="Arial" pitchFamily="34" charset="0"/>
        <a:buChar char="•"/>
        <a:defRPr sz="2400" kern="1200">
          <a:solidFill>
            <a:schemeClr val="tx1"/>
          </a:solidFill>
          <a:latin typeface="+mn-lt"/>
          <a:ea typeface="ＭＳ Ｐゴシック" pitchFamily="34" charset="-128"/>
          <a:cs typeface="+mn-cs"/>
        </a:defRPr>
      </a:lvl3pPr>
      <a:lvl4pPr marL="1600200" indent="-228600" algn="l" rtl="0" eaLnBrk="0" fontAlgn="base" hangingPunct="0">
        <a:spcBef>
          <a:spcPct val="20000"/>
        </a:spcBef>
        <a:spcAft>
          <a:spcPct val="0"/>
        </a:spcAft>
        <a:buFont typeface="Arial" pitchFamily="34" charset="0"/>
        <a:buChar char="–"/>
        <a:defRPr sz="2000" kern="1200">
          <a:solidFill>
            <a:schemeClr val="tx1"/>
          </a:solidFill>
          <a:latin typeface="+mn-lt"/>
          <a:ea typeface="ＭＳ Ｐゴシック" pitchFamily="34" charset="-128"/>
          <a:cs typeface="+mn-cs"/>
        </a:defRPr>
      </a:lvl4pPr>
      <a:lvl5pPr marL="2057400" indent="-228600" algn="l" rtl="0" eaLnBrk="0" fontAlgn="base" hangingPunct="0">
        <a:spcBef>
          <a:spcPct val="20000"/>
        </a:spcBef>
        <a:spcAft>
          <a:spcPct val="0"/>
        </a:spcAft>
        <a:buFont typeface="Arial" pitchFamily="34" charset="0"/>
        <a:buChar char="»"/>
        <a:defRPr sz="2000" kern="1200">
          <a:solidFill>
            <a:schemeClr val="tx1"/>
          </a:solidFill>
          <a:latin typeface="+mn-lt"/>
          <a:ea typeface="ＭＳ Ｐゴシック" pitchFamily="34" charset="-128"/>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hyperlink" Target="http://www.mathsisfun.com/numbers/factorial.html"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6.wmf"/></Relationships>
</file>

<file path=ppt/slides/_rels/slide1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slideLayout" Target="../slideLayouts/slideLayout2.xml"/><Relationship Id="rId1" Type="http://schemas.openxmlformats.org/officeDocument/2006/relationships/vmlDrawing" Target="../drawings/vmlDrawing2.vml"/><Relationship Id="rId5" Type="http://schemas.openxmlformats.org/officeDocument/2006/relationships/image" Target="../media/image14.wmf"/><Relationship Id="rId4" Type="http://schemas.openxmlformats.org/officeDocument/2006/relationships/oleObject" Target="../embeddings/oleObject2.bin"/></Relationships>
</file>

<file path=ppt/slides/_rels/slide36.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vmlDrawing" Target="../drawings/vmlDrawing3.vml"/><Relationship Id="rId4" Type="http://schemas.openxmlformats.org/officeDocument/2006/relationships/image" Target="../media/image15.wmf"/></Relationships>
</file>

<file path=ppt/slides/_rels/slide37.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2.xml"/><Relationship Id="rId1" Type="http://schemas.openxmlformats.org/officeDocument/2006/relationships/vmlDrawing" Target="../drawings/vmlDrawing4.vml"/><Relationship Id="rId4" Type="http://schemas.openxmlformats.org/officeDocument/2006/relationships/image" Target="../media/image16.wmf"/></Relationships>
</file>

<file path=ppt/slides/_rels/slide3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hyperlink" Target="http://www.mathsisfun.com/exponent.html" TargetMode="Externa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7.xml"/><Relationship Id="rId1" Type="http://schemas.openxmlformats.org/officeDocument/2006/relationships/vmlDrawing" Target="../drawings/vmlDrawing5.vml"/><Relationship Id="rId4" Type="http://schemas.openxmlformats.org/officeDocument/2006/relationships/image" Target="../media/image28.wmf"/></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slideLayout" Target="../slideLayouts/slideLayout7.xml"/><Relationship Id="rId1" Type="http://schemas.openxmlformats.org/officeDocument/2006/relationships/vmlDrawing" Target="../drawings/vmlDrawing6.vml"/><Relationship Id="rId5" Type="http://schemas.openxmlformats.org/officeDocument/2006/relationships/image" Target="../media/image29.wmf"/><Relationship Id="rId4" Type="http://schemas.openxmlformats.org/officeDocument/2006/relationships/oleObject" Target="../embeddings/oleObject6.bin"/></Relationships>
</file>

<file path=ppt/slides/_rels/slide5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2.xml"/><Relationship Id="rId1" Type="http://schemas.openxmlformats.org/officeDocument/2006/relationships/vmlDrawing" Target="../drawings/vmlDrawing7.vml"/><Relationship Id="rId4" Type="http://schemas.openxmlformats.org/officeDocument/2006/relationships/image" Target="../media/image31.wmf"/></Relationships>
</file>

<file path=ppt/slides/_rels/slide60.xml.rels><?xml version="1.0" encoding="UTF-8" standalone="yes"?>
<Relationships xmlns="http://schemas.openxmlformats.org/package/2006/relationships"><Relationship Id="rId3" Type="http://schemas.openxmlformats.org/officeDocument/2006/relationships/image" Target="../media/image3.jpeg"/><Relationship Id="rId7" Type="http://schemas.openxmlformats.org/officeDocument/2006/relationships/image" Target="../media/image33.wmf"/><Relationship Id="rId2" Type="http://schemas.openxmlformats.org/officeDocument/2006/relationships/slideLayout" Target="../slideLayouts/slideLayout2.xml"/><Relationship Id="rId1" Type="http://schemas.openxmlformats.org/officeDocument/2006/relationships/vmlDrawing" Target="../drawings/vmlDrawing8.vml"/><Relationship Id="rId6" Type="http://schemas.openxmlformats.org/officeDocument/2006/relationships/oleObject" Target="../embeddings/oleObject9.bin"/><Relationship Id="rId5" Type="http://schemas.openxmlformats.org/officeDocument/2006/relationships/image" Target="../media/image32.wmf"/><Relationship Id="rId4" Type="http://schemas.openxmlformats.org/officeDocument/2006/relationships/oleObject" Target="../embeddings/oleObject8.bin"/></Relationships>
</file>

<file path=ppt/slides/_rels/slide61.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Layout" Target="../slideLayouts/slideLayout2.xml"/><Relationship Id="rId1" Type="http://schemas.openxmlformats.org/officeDocument/2006/relationships/vmlDrawing" Target="../drawings/vmlDrawing9.vml"/><Relationship Id="rId4" Type="http://schemas.openxmlformats.org/officeDocument/2006/relationships/image" Target="../media/image45.wmf"/></Relationships>
</file>

<file path=ppt/slides/_rels/slide75.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3" Type="http://schemas.openxmlformats.org/officeDocument/2006/relationships/image" Target="../media/image49.png"/><Relationship Id="rId7" Type="http://schemas.openxmlformats.org/officeDocument/2006/relationships/image" Target="../media/image48.emf"/><Relationship Id="rId2" Type="http://schemas.openxmlformats.org/officeDocument/2006/relationships/slideLayout" Target="../slideLayouts/slideLayout7.xml"/><Relationship Id="rId1" Type="http://schemas.openxmlformats.org/officeDocument/2006/relationships/vmlDrawing" Target="../drawings/vmlDrawing10.vml"/><Relationship Id="rId6" Type="http://schemas.openxmlformats.org/officeDocument/2006/relationships/oleObject" Target="../embeddings/oleObject12.bin"/><Relationship Id="rId5" Type="http://schemas.openxmlformats.org/officeDocument/2006/relationships/image" Target="../media/image47.emf"/><Relationship Id="rId4" Type="http://schemas.openxmlformats.org/officeDocument/2006/relationships/oleObject" Target="../embeddings/oleObject11.bin"/></Relationships>
</file>

<file path=ppt/slides/_rels/slide77.xml.rels><?xml version="1.0" encoding="UTF-8" standalone="yes"?>
<Relationships xmlns="http://schemas.openxmlformats.org/package/2006/relationships"><Relationship Id="rId8" Type="http://schemas.openxmlformats.org/officeDocument/2006/relationships/image" Target="../media/image52.emf"/><Relationship Id="rId3" Type="http://schemas.openxmlformats.org/officeDocument/2006/relationships/oleObject" Target="../embeddings/oleObject13.bin"/><Relationship Id="rId7" Type="http://schemas.openxmlformats.org/officeDocument/2006/relationships/oleObject" Target="../embeddings/oleObject15.bin"/><Relationship Id="rId2" Type="http://schemas.openxmlformats.org/officeDocument/2006/relationships/slideLayout" Target="../slideLayouts/slideLayout2.xml"/><Relationship Id="rId1" Type="http://schemas.openxmlformats.org/officeDocument/2006/relationships/vmlDrawing" Target="../drawings/vmlDrawing11.vml"/><Relationship Id="rId6" Type="http://schemas.openxmlformats.org/officeDocument/2006/relationships/image" Target="../media/image51.wmf"/><Relationship Id="rId5" Type="http://schemas.openxmlformats.org/officeDocument/2006/relationships/oleObject" Target="../embeddings/oleObject14.bin"/><Relationship Id="rId10" Type="http://schemas.openxmlformats.org/officeDocument/2006/relationships/image" Target="../media/image53.wmf"/><Relationship Id="rId4" Type="http://schemas.openxmlformats.org/officeDocument/2006/relationships/image" Target="../media/image50.wmf"/><Relationship Id="rId9" Type="http://schemas.openxmlformats.org/officeDocument/2006/relationships/oleObject" Target="../embeddings/oleObject16.bin"/></Relationships>
</file>

<file path=ppt/slides/_rels/slide78.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Layout" Target="../slideLayouts/slideLayout7.xml"/><Relationship Id="rId1" Type="http://schemas.openxmlformats.org/officeDocument/2006/relationships/vmlDrawing" Target="../drawings/vmlDrawing12.vml"/><Relationship Id="rId4" Type="http://schemas.openxmlformats.org/officeDocument/2006/relationships/image" Target="../media/image55.emf"/></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itle 1"/>
          <p:cNvSpPr>
            <a:spLocks noGrp="1"/>
          </p:cNvSpPr>
          <p:nvPr>
            <p:ph type="ctrTitle"/>
          </p:nvPr>
        </p:nvSpPr>
        <p:spPr>
          <a:xfrm>
            <a:off x="755576" y="2276872"/>
            <a:ext cx="7772400" cy="1470025"/>
          </a:xfrm>
          <a:extLst>
            <a:ext uri="{FAA26D3D-D897-4be2-8F04-BA451C77F1D7}"/>
          </a:extLst>
        </p:spPr>
        <p:txBody>
          <a:bodyPr/>
          <a:lstStyle/>
          <a:p>
            <a:pPr>
              <a:defRPr/>
            </a:pPr>
            <a:r>
              <a:rPr lang="en-US" b="1" cap="all" dirty="0" smtClean="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ea typeface="ＭＳ Ｐゴシック" charset="0"/>
              </a:rPr>
              <a:t>CHAPTER 3</a:t>
            </a:r>
            <a:br>
              <a:rPr lang="en-US" b="1" cap="all" dirty="0" smtClean="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ea typeface="ＭＳ Ｐゴシック" charset="0"/>
              </a:rPr>
            </a:br>
            <a:r>
              <a:rPr lang="en-US" dirty="0" smtClean="0">
                <a:ea typeface="ＭＳ Ｐゴシック" charset="0"/>
              </a:rPr>
              <a:t/>
            </a:r>
            <a:br>
              <a:rPr lang="en-US" dirty="0" smtClean="0">
                <a:ea typeface="ＭＳ Ｐゴシック" charset="0"/>
              </a:rPr>
            </a:br>
            <a:r>
              <a:rPr lang="en-MY" b="1" dirty="0" smtClean="0">
                <a:effectLst>
                  <a:outerShdw blurRad="38100" dist="38100" dir="2700000" algn="tl">
                    <a:srgbClr val="000000">
                      <a:alpha val="43137"/>
                    </a:srgbClr>
                  </a:outerShdw>
                </a:effectLst>
                <a:ea typeface="ＭＳ Ｐゴシック" charset="0"/>
              </a:rPr>
              <a:t>COUNTING </a:t>
            </a:r>
            <a:r>
              <a:rPr lang="en-MY" b="1" dirty="0">
                <a:effectLst>
                  <a:outerShdw blurRad="38100" dist="38100" dir="2700000" algn="tl">
                    <a:srgbClr val="000000">
                      <a:alpha val="43137"/>
                    </a:srgbClr>
                  </a:outerShdw>
                </a:effectLst>
                <a:ea typeface="ＭＳ Ｐゴシック" charset="0"/>
              </a:rPr>
              <a:t>METHODS</a:t>
            </a:r>
            <a:br>
              <a:rPr lang="en-MY" b="1" dirty="0">
                <a:effectLst>
                  <a:outerShdw blurRad="38100" dist="38100" dir="2700000" algn="tl">
                    <a:srgbClr val="000000">
                      <a:alpha val="43137"/>
                    </a:srgbClr>
                  </a:outerShdw>
                </a:effectLst>
                <a:ea typeface="ＭＳ Ｐゴシック" charset="0"/>
              </a:rPr>
            </a:br>
            <a:r>
              <a:rPr lang="en-MY" b="1" dirty="0" smtClean="0">
                <a:effectLst>
                  <a:outerShdw blurRad="38100" dist="38100" dir="2700000" algn="tl">
                    <a:srgbClr val="000000">
                      <a:alpha val="43137"/>
                    </a:srgbClr>
                  </a:outerShdw>
                </a:effectLst>
                <a:ea typeface="ＭＳ Ｐゴシック" charset="0"/>
              </a:rPr>
              <a:t>(</a:t>
            </a:r>
            <a:r>
              <a:rPr lang="en-MY" b="1" dirty="0">
                <a:effectLst>
                  <a:outerShdw blurRad="38100" dist="38100" dir="2700000" algn="tl">
                    <a:srgbClr val="000000">
                      <a:alpha val="43137"/>
                    </a:srgbClr>
                  </a:outerShdw>
                </a:effectLst>
                <a:ea typeface="ＭＳ Ｐゴシック" charset="0"/>
              </a:rPr>
              <a:t>Part 2)</a:t>
            </a:r>
            <a:br>
              <a:rPr lang="en-MY" b="1" dirty="0">
                <a:effectLst>
                  <a:outerShdw blurRad="38100" dist="38100" dir="2700000" algn="tl">
                    <a:srgbClr val="000000">
                      <a:alpha val="43137"/>
                    </a:srgbClr>
                  </a:outerShdw>
                </a:effectLst>
                <a:ea typeface="ＭＳ Ｐゴシック" charset="0"/>
              </a:rPr>
            </a:br>
            <a:endParaRPr lang="en-MY" dirty="0" smtClean="0">
              <a:ea typeface="ＭＳ Ｐゴシック" charset="0"/>
            </a:endParaRPr>
          </a:p>
        </p:txBody>
      </p:sp>
      <p:sp>
        <p:nvSpPr>
          <p:cNvPr id="5" name="Subtitle 2"/>
          <p:cNvSpPr txBox="1">
            <a:spLocks/>
          </p:cNvSpPr>
          <p:nvPr/>
        </p:nvSpPr>
        <p:spPr bwMode="auto">
          <a:xfrm>
            <a:off x="827088" y="4292600"/>
            <a:ext cx="7921625" cy="1512888"/>
          </a:xfrm>
          <a:prstGeom prst="rect">
            <a:avLst/>
          </a:prstGeom>
          <a:ln w="25400" cap="flat" cmpd="sng" algn="ctr">
            <a:solidFill>
              <a:schemeClr val="accent2"/>
            </a:solidFill>
            <a:prstDash val="solid"/>
            <a:miter lim="800000"/>
            <a:headEnd/>
            <a:tailEnd/>
          </a:ln>
        </p:spPr>
        <p:style>
          <a:lnRef idx="2">
            <a:schemeClr val="accent2"/>
          </a:lnRef>
          <a:fillRef idx="1">
            <a:schemeClr val="lt1"/>
          </a:fillRef>
          <a:effectRef idx="0">
            <a:schemeClr val="accent2"/>
          </a:effectRef>
          <a:fontRef idx="minor">
            <a:schemeClr val="dk1"/>
          </a:fontRef>
        </p:style>
        <p:txBody>
          <a:bodyPr anchor="ctr"/>
          <a:lstStyle>
            <a:lvl1pPr eaLnBrk="0" hangingPunct="0">
              <a:defRPr sz="2400">
                <a:solidFill>
                  <a:schemeClr val="tx1"/>
                </a:solidFill>
                <a:latin typeface="Calibri" pitchFamily="34" charset="0"/>
                <a:ea typeface="MS PGothic" pitchFamily="34" charset="-128"/>
              </a:defRPr>
            </a:lvl1pPr>
            <a:lvl2pPr marL="742950" indent="-285750" eaLnBrk="0" hangingPunct="0">
              <a:defRPr sz="2400">
                <a:solidFill>
                  <a:schemeClr val="tx1"/>
                </a:solidFill>
                <a:latin typeface="Calibri" pitchFamily="34" charset="0"/>
                <a:ea typeface="MS PGothic" pitchFamily="34" charset="-128"/>
              </a:defRPr>
            </a:lvl2pPr>
            <a:lvl3pPr marL="1143000" indent="-228600" eaLnBrk="0" hangingPunct="0">
              <a:defRPr sz="2400">
                <a:solidFill>
                  <a:schemeClr val="tx1"/>
                </a:solidFill>
                <a:latin typeface="Calibri" pitchFamily="34" charset="0"/>
                <a:ea typeface="MS PGothic" pitchFamily="34" charset="-128"/>
              </a:defRPr>
            </a:lvl3pPr>
            <a:lvl4pPr marL="1600200" indent="-228600" eaLnBrk="0" hangingPunct="0">
              <a:defRPr sz="2400">
                <a:solidFill>
                  <a:schemeClr val="tx1"/>
                </a:solidFill>
                <a:latin typeface="Calibri" pitchFamily="34" charset="0"/>
                <a:ea typeface="MS PGothic" pitchFamily="34" charset="-128"/>
              </a:defRPr>
            </a:lvl4pPr>
            <a:lvl5pPr marL="2057400" indent="-228600" eaLnBrk="0" hangingPunct="0">
              <a:defRPr sz="2400">
                <a:solidFill>
                  <a:schemeClr val="tx1"/>
                </a:solidFill>
                <a:latin typeface="Calibri" pitchFamily="34" charset="0"/>
                <a:ea typeface="MS PGothic" pitchFamily="34" charset="-128"/>
              </a:defRPr>
            </a:lvl5pPr>
            <a:lvl6pPr marL="2514600" indent="-228600" eaLnBrk="0" fontAlgn="base" hangingPunct="0">
              <a:spcBef>
                <a:spcPct val="0"/>
              </a:spcBef>
              <a:spcAft>
                <a:spcPct val="0"/>
              </a:spcAft>
              <a:defRPr sz="2400">
                <a:solidFill>
                  <a:schemeClr val="tx1"/>
                </a:solidFill>
                <a:latin typeface="Calibri" pitchFamily="34" charset="0"/>
                <a:ea typeface="MS PGothic" pitchFamily="34" charset="-128"/>
              </a:defRPr>
            </a:lvl6pPr>
            <a:lvl7pPr marL="2971800" indent="-228600" eaLnBrk="0" fontAlgn="base" hangingPunct="0">
              <a:spcBef>
                <a:spcPct val="0"/>
              </a:spcBef>
              <a:spcAft>
                <a:spcPct val="0"/>
              </a:spcAft>
              <a:defRPr sz="2400">
                <a:solidFill>
                  <a:schemeClr val="tx1"/>
                </a:solidFill>
                <a:latin typeface="Calibri" pitchFamily="34" charset="0"/>
                <a:ea typeface="MS PGothic" pitchFamily="34" charset="-128"/>
              </a:defRPr>
            </a:lvl7pPr>
            <a:lvl8pPr marL="3429000" indent="-228600" eaLnBrk="0" fontAlgn="base" hangingPunct="0">
              <a:spcBef>
                <a:spcPct val="0"/>
              </a:spcBef>
              <a:spcAft>
                <a:spcPct val="0"/>
              </a:spcAft>
              <a:defRPr sz="2400">
                <a:solidFill>
                  <a:schemeClr val="tx1"/>
                </a:solidFill>
                <a:latin typeface="Calibri" pitchFamily="34" charset="0"/>
                <a:ea typeface="MS PGothic" pitchFamily="34" charset="-128"/>
              </a:defRPr>
            </a:lvl8pPr>
            <a:lvl9pPr marL="3886200" indent="-228600" eaLnBrk="0" fontAlgn="base" hangingPunct="0">
              <a:spcBef>
                <a:spcPct val="0"/>
              </a:spcBef>
              <a:spcAft>
                <a:spcPct val="0"/>
              </a:spcAft>
              <a:defRPr sz="2400">
                <a:solidFill>
                  <a:schemeClr val="tx1"/>
                </a:solidFill>
                <a:latin typeface="Calibri" pitchFamily="34" charset="0"/>
                <a:ea typeface="MS PGothic" pitchFamily="34" charset="-128"/>
              </a:defRPr>
            </a:lvl9pPr>
          </a:lstStyle>
          <a:p>
            <a:pPr algn="ctr" eaLnBrk="1" fontAlgn="base" hangingPunct="1">
              <a:spcBef>
                <a:spcPct val="20000"/>
              </a:spcBef>
              <a:spcAft>
                <a:spcPct val="0"/>
              </a:spcAft>
              <a:buFont typeface="Arial" pitchFamily="34" charset="0"/>
              <a:buNone/>
              <a:defRPr/>
            </a:pPr>
            <a:r>
              <a:rPr lang="en-MY" altLang="en-US" sz="4400" b="1" smtClean="0">
                <a:solidFill>
                  <a:prstClr val="black"/>
                </a:solidFill>
                <a:effectLst>
                  <a:outerShdw blurRad="38100" dist="38100" dir="2700000" algn="tl">
                    <a:srgbClr val="C0C0C0"/>
                  </a:outerShdw>
                </a:effectLst>
              </a:rPr>
              <a:t>Permutation &amp; Combination</a:t>
            </a:r>
          </a:p>
        </p:txBody>
      </p:sp>
      <p:sp>
        <p:nvSpPr>
          <p:cNvPr id="50180" name="Slide Number Placeholder 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Arial" pitchFamily="34" charset="0"/>
              <a:buChar char="•"/>
              <a:defRPr sz="3200">
                <a:solidFill>
                  <a:schemeClr val="tx1"/>
                </a:solidFill>
                <a:latin typeface="Calibri" pitchFamily="34" charset="0"/>
                <a:ea typeface="ＭＳ Ｐゴシック" pitchFamily="34" charset="-128"/>
              </a:defRPr>
            </a:lvl1pPr>
            <a:lvl2pPr marL="742950" indent="-285750" eaLnBrk="0" hangingPunct="0">
              <a:spcBef>
                <a:spcPct val="20000"/>
              </a:spcBef>
              <a:buFont typeface="Arial" pitchFamily="34" charset="0"/>
              <a:buChar char="–"/>
              <a:defRPr sz="2800">
                <a:solidFill>
                  <a:schemeClr val="tx1"/>
                </a:solidFill>
                <a:latin typeface="Calibri" pitchFamily="34" charset="0"/>
                <a:ea typeface="ＭＳ Ｐゴシック" pitchFamily="34" charset="-128"/>
              </a:defRPr>
            </a:lvl2pPr>
            <a:lvl3pPr marL="1143000" indent="-228600" eaLnBrk="0" hangingPunct="0">
              <a:spcBef>
                <a:spcPct val="20000"/>
              </a:spcBef>
              <a:buFont typeface="Arial" pitchFamily="34" charset="0"/>
              <a:buChar char="•"/>
              <a:defRPr sz="2400">
                <a:solidFill>
                  <a:schemeClr val="tx1"/>
                </a:solidFill>
                <a:latin typeface="Calibri" pitchFamily="34" charset="0"/>
                <a:ea typeface="ＭＳ Ｐゴシック" pitchFamily="34" charset="-128"/>
              </a:defRPr>
            </a:lvl3pPr>
            <a:lvl4pPr marL="16002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4pPr>
            <a:lvl5pPr marL="20574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5pPr>
            <a:lvl6pPr marL="25146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6pPr>
            <a:lvl7pPr marL="29718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7pPr>
            <a:lvl8pPr marL="34290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8pPr>
            <a:lvl9pPr marL="38862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9pPr>
          </a:lstStyle>
          <a:p>
            <a:pPr eaLnBrk="1" hangingPunct="1">
              <a:spcBef>
                <a:spcPct val="0"/>
              </a:spcBef>
              <a:buFontTx/>
              <a:buNone/>
            </a:pPr>
            <a:fld id="{F412FCE3-0F5B-4970-9B56-2011C414E6E1}" type="slidenum">
              <a:rPr lang="en-US" altLang="en-US" sz="1200" smtClean="0">
                <a:solidFill>
                  <a:srgbClr val="898989"/>
                </a:solidFill>
              </a:rPr>
              <a:pPr eaLnBrk="1" hangingPunct="1">
                <a:spcBef>
                  <a:spcPct val="0"/>
                </a:spcBef>
                <a:buFontTx/>
                <a:buNone/>
              </a:pPr>
              <a:t>1</a:t>
            </a:fld>
            <a:endParaRPr lang="en-US" altLang="en-US" sz="1200" smtClean="0">
              <a:solidFill>
                <a:srgbClr val="898989"/>
              </a:solidFill>
            </a:endParaRPr>
          </a:p>
        </p:txBody>
      </p:sp>
      <p:sp>
        <p:nvSpPr>
          <p:cNvPr id="7" name="Rectangle 6"/>
          <p:cNvSpPr/>
          <p:nvPr/>
        </p:nvSpPr>
        <p:spPr>
          <a:xfrm>
            <a:off x="2700338" y="188913"/>
            <a:ext cx="5400675" cy="57626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base">
              <a:spcBef>
                <a:spcPct val="0"/>
              </a:spcBef>
              <a:spcAft>
                <a:spcPct val="0"/>
              </a:spcAft>
              <a:defRPr/>
            </a:pPr>
            <a:r>
              <a:rPr lang="en-US" sz="2400" dirty="0">
                <a:solidFill>
                  <a:prstClr val="black"/>
                </a:solidFill>
                <a:latin typeface="American Typewriter"/>
                <a:cs typeface="American Typewriter"/>
              </a:rPr>
              <a:t>SCSI1013: Discrete Structures</a:t>
            </a:r>
          </a:p>
        </p:txBody>
      </p:sp>
      <p:sp>
        <p:nvSpPr>
          <p:cNvPr id="50182" name="TextBox 1"/>
          <p:cNvSpPr txBox="1">
            <a:spLocks noChangeArrowheads="1"/>
          </p:cNvSpPr>
          <p:nvPr/>
        </p:nvSpPr>
        <p:spPr bwMode="auto">
          <a:xfrm>
            <a:off x="2627313" y="6507163"/>
            <a:ext cx="4464050" cy="306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Arial" pitchFamily="34" charset="0"/>
              <a:buChar char="•"/>
              <a:defRPr sz="3200">
                <a:solidFill>
                  <a:schemeClr val="tx1"/>
                </a:solidFill>
                <a:latin typeface="Calibri" pitchFamily="34" charset="0"/>
                <a:ea typeface="ＭＳ Ｐゴシック" pitchFamily="34" charset="-128"/>
              </a:defRPr>
            </a:lvl1pPr>
            <a:lvl2pPr marL="742950" indent="-285750" eaLnBrk="0" hangingPunct="0">
              <a:spcBef>
                <a:spcPct val="20000"/>
              </a:spcBef>
              <a:buFont typeface="Arial" pitchFamily="34" charset="0"/>
              <a:buChar char="–"/>
              <a:defRPr sz="2800">
                <a:solidFill>
                  <a:schemeClr val="tx1"/>
                </a:solidFill>
                <a:latin typeface="Calibri" pitchFamily="34" charset="0"/>
                <a:ea typeface="ＭＳ Ｐゴシック" pitchFamily="34" charset="-128"/>
              </a:defRPr>
            </a:lvl2pPr>
            <a:lvl3pPr marL="1143000" indent="-228600" eaLnBrk="0" hangingPunct="0">
              <a:spcBef>
                <a:spcPct val="20000"/>
              </a:spcBef>
              <a:buFont typeface="Arial" pitchFamily="34" charset="0"/>
              <a:buChar char="•"/>
              <a:defRPr sz="2400">
                <a:solidFill>
                  <a:schemeClr val="tx1"/>
                </a:solidFill>
                <a:latin typeface="Calibri" pitchFamily="34" charset="0"/>
                <a:ea typeface="ＭＳ Ｐゴシック" pitchFamily="34" charset="-128"/>
              </a:defRPr>
            </a:lvl3pPr>
            <a:lvl4pPr marL="16002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4pPr>
            <a:lvl5pPr marL="20574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5pPr>
            <a:lvl6pPr marL="25146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6pPr>
            <a:lvl7pPr marL="29718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7pPr>
            <a:lvl8pPr marL="34290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8pPr>
            <a:lvl9pPr marL="38862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9pPr>
          </a:lstStyle>
          <a:p>
            <a:pPr algn="ctr" eaLnBrk="1" fontAlgn="base" hangingPunct="1">
              <a:spcBef>
                <a:spcPct val="0"/>
              </a:spcBef>
              <a:spcAft>
                <a:spcPct val="0"/>
              </a:spcAft>
              <a:buFontTx/>
              <a:buNone/>
            </a:pPr>
            <a:r>
              <a:rPr lang="en-US" altLang="en-US" sz="1400">
                <a:solidFill>
                  <a:prstClr val="white"/>
                </a:solidFill>
              </a:rPr>
              <a:t>nzah@fc.utm.my       2014/2015 – Sem. 1 </a:t>
            </a:r>
          </a:p>
        </p:txBody>
      </p:sp>
    </p:spTree>
    <p:extLst>
      <p:ext uri="{BB962C8B-B14F-4D97-AF65-F5344CB8AC3E}">
        <p14:creationId xmlns:p14="http://schemas.microsoft.com/office/powerpoint/2010/main" val="391868652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73325" y="188913"/>
            <a:ext cx="6346825" cy="561975"/>
          </a:xfrm>
        </p:spPr>
        <p:style>
          <a:lnRef idx="2">
            <a:schemeClr val="accent2"/>
          </a:lnRef>
          <a:fillRef idx="1">
            <a:schemeClr val="lt1"/>
          </a:fillRef>
          <a:effectRef idx="0">
            <a:schemeClr val="accent2"/>
          </a:effectRef>
          <a:fontRef idx="minor">
            <a:schemeClr val="dk1"/>
          </a:fontRef>
        </p:style>
        <p:txBody>
          <a:bodyPr/>
          <a:lstStyle/>
          <a:p>
            <a:pPr>
              <a:defRPr/>
            </a:pPr>
            <a:r>
              <a:rPr lang="en-US" sz="3600" b="1" dirty="0" smtClean="0"/>
              <a:t>Permutations &amp; Combinations</a:t>
            </a:r>
            <a:endParaRPr lang="en-US" sz="3600" b="1" dirty="0"/>
          </a:p>
        </p:txBody>
      </p:sp>
      <p:sp>
        <p:nvSpPr>
          <p:cNvPr id="51203" name="Content Placeholder 2"/>
          <p:cNvSpPr>
            <a:spLocks noGrp="1"/>
          </p:cNvSpPr>
          <p:nvPr>
            <p:ph idx="1"/>
          </p:nvPr>
        </p:nvSpPr>
        <p:spPr>
          <a:xfrm>
            <a:off x="395288" y="1268413"/>
            <a:ext cx="8353425" cy="4857750"/>
          </a:xfrm>
        </p:spPr>
        <p:txBody>
          <a:bodyPr/>
          <a:lstStyle/>
          <a:p>
            <a:r>
              <a:rPr lang="en-US" altLang="en-US" smtClean="0"/>
              <a:t>What’s the difference?</a:t>
            </a:r>
          </a:p>
          <a:p>
            <a:r>
              <a:rPr lang="en-US" altLang="en-US" smtClean="0"/>
              <a:t>Consider these situations:</a:t>
            </a:r>
          </a:p>
          <a:p>
            <a:pPr lvl="1"/>
            <a:r>
              <a:rPr lang="en-US" altLang="en-US" b="1" i="1" smtClean="0"/>
              <a:t>“My fruit salad is a combination of apples, grapes and bananas”</a:t>
            </a:r>
          </a:p>
          <a:p>
            <a:pPr lvl="2"/>
            <a:r>
              <a:rPr lang="en-US" altLang="en-US" smtClean="0"/>
              <a:t>We don't care what order the fruits are in, they could also be "bananas, grapes and apples" or "grapes, apples and bananas", its the same fruit salad.</a:t>
            </a:r>
            <a:endParaRPr lang="en-US" altLang="en-US" b="1" i="1" smtClean="0"/>
          </a:p>
          <a:p>
            <a:pPr lvl="1"/>
            <a:r>
              <a:rPr lang="en-US" altLang="en-US" b="1" i="1" smtClean="0"/>
              <a:t>“The combination to the safe was 472”</a:t>
            </a:r>
          </a:p>
          <a:p>
            <a:pPr lvl="2"/>
            <a:r>
              <a:rPr lang="en-US" altLang="en-US" smtClean="0"/>
              <a:t>Now we </a:t>
            </a:r>
            <a:r>
              <a:rPr lang="en-US" altLang="en-US" b="1" smtClean="0"/>
              <a:t>do</a:t>
            </a:r>
            <a:r>
              <a:rPr lang="en-US" altLang="en-US" smtClean="0"/>
              <a:t> care about the order. "724" would not work, nor would "247". It has to be exactly </a:t>
            </a:r>
            <a:r>
              <a:rPr lang="en-US" altLang="en-US" b="1" smtClean="0"/>
              <a:t>4-7-2</a:t>
            </a:r>
            <a:r>
              <a:rPr lang="en-US" altLang="en-US" smtClean="0"/>
              <a:t>.</a:t>
            </a:r>
          </a:p>
          <a:p>
            <a:pPr lvl="1">
              <a:buFont typeface="Arial" pitchFamily="34" charset="0"/>
              <a:buNone/>
            </a:pPr>
            <a:endParaRPr lang="en-US" altLang="en-US" smtClean="0"/>
          </a:p>
        </p:txBody>
      </p:sp>
      <p:sp>
        <p:nvSpPr>
          <p:cNvPr id="51204" name="Slide Number Placeholder 3"/>
          <p:cNvSpPr>
            <a:spLocks noGrp="1"/>
          </p:cNvSpPr>
          <p:nvPr>
            <p:ph type="sldNum" sz="quarter" idx="12"/>
          </p:nvPr>
        </p:nvSpPr>
        <p:spPr bwMode="auto">
          <a:xfrm>
            <a:off x="3124200" y="6448425"/>
            <a:ext cx="2895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Arial" pitchFamily="34" charset="0"/>
              <a:buChar char="•"/>
              <a:defRPr sz="3200">
                <a:solidFill>
                  <a:schemeClr val="tx1"/>
                </a:solidFill>
                <a:latin typeface="Calibri" pitchFamily="34" charset="0"/>
                <a:ea typeface="ＭＳ Ｐゴシック" pitchFamily="34" charset="-128"/>
              </a:defRPr>
            </a:lvl1pPr>
            <a:lvl2pPr marL="742950" indent="-285750" eaLnBrk="0" hangingPunct="0">
              <a:spcBef>
                <a:spcPct val="20000"/>
              </a:spcBef>
              <a:buFont typeface="Arial" pitchFamily="34" charset="0"/>
              <a:buChar char="–"/>
              <a:defRPr sz="2800">
                <a:solidFill>
                  <a:schemeClr val="tx1"/>
                </a:solidFill>
                <a:latin typeface="Calibri" pitchFamily="34" charset="0"/>
                <a:ea typeface="ＭＳ Ｐゴシック" pitchFamily="34" charset="-128"/>
              </a:defRPr>
            </a:lvl2pPr>
            <a:lvl3pPr marL="1143000" indent="-228600" eaLnBrk="0" hangingPunct="0">
              <a:spcBef>
                <a:spcPct val="20000"/>
              </a:spcBef>
              <a:buFont typeface="Arial" pitchFamily="34" charset="0"/>
              <a:buChar char="•"/>
              <a:defRPr sz="2400">
                <a:solidFill>
                  <a:schemeClr val="tx1"/>
                </a:solidFill>
                <a:latin typeface="Calibri" pitchFamily="34" charset="0"/>
                <a:ea typeface="ＭＳ Ｐゴシック" pitchFamily="34" charset="-128"/>
              </a:defRPr>
            </a:lvl3pPr>
            <a:lvl4pPr marL="16002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4pPr>
            <a:lvl5pPr marL="20574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5pPr>
            <a:lvl6pPr marL="25146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6pPr>
            <a:lvl7pPr marL="29718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7pPr>
            <a:lvl8pPr marL="34290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8pPr>
            <a:lvl9pPr marL="38862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9pPr>
          </a:lstStyle>
          <a:p>
            <a:pPr algn="ctr" eaLnBrk="1" hangingPunct="1">
              <a:spcBef>
                <a:spcPct val="0"/>
              </a:spcBef>
              <a:buFontTx/>
              <a:buNone/>
            </a:pPr>
            <a:fld id="{B9079404-33FE-47A0-8928-4297A8A6399A}" type="slidenum">
              <a:rPr lang="en-US" altLang="en-US" sz="1200" smtClean="0">
                <a:solidFill>
                  <a:srgbClr val="898989"/>
                </a:solidFill>
              </a:rPr>
              <a:pPr algn="ctr" eaLnBrk="1" hangingPunct="1">
                <a:spcBef>
                  <a:spcPct val="0"/>
                </a:spcBef>
                <a:buFontTx/>
                <a:buNone/>
              </a:pPr>
              <a:t>2</a:t>
            </a:fld>
            <a:endParaRPr lang="en-US" altLang="en-US" sz="1200" smtClean="0">
              <a:solidFill>
                <a:srgbClr val="898989"/>
              </a:solidFill>
            </a:endParaRPr>
          </a:p>
        </p:txBody>
      </p:sp>
    </p:spTree>
    <p:extLst>
      <p:ext uri="{BB962C8B-B14F-4D97-AF65-F5344CB8AC3E}">
        <p14:creationId xmlns:p14="http://schemas.microsoft.com/office/powerpoint/2010/main" val="339031228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23850" y="1052513"/>
            <a:ext cx="8569325" cy="5256212"/>
          </a:xfrm>
        </p:spPr>
        <p:txBody>
          <a:bodyPr/>
          <a:lstStyle/>
          <a:p>
            <a:pPr marL="0" indent="0">
              <a:buFont typeface="Arial" charset="0"/>
              <a:buNone/>
              <a:defRPr/>
            </a:pPr>
            <a:r>
              <a:rPr lang="en-US" dirty="0" smtClean="0">
                <a:ea typeface="ＭＳ Ｐゴシック" charset="0"/>
              </a:rPr>
              <a:t>So, in Mathematics we use more </a:t>
            </a:r>
            <a:r>
              <a:rPr lang="en-US" b="1" dirty="0" smtClean="0">
                <a:ea typeface="ＭＳ Ｐゴシック" charset="0"/>
              </a:rPr>
              <a:t>precise</a:t>
            </a:r>
            <a:r>
              <a:rPr lang="en-US" dirty="0" smtClean="0">
                <a:ea typeface="ＭＳ Ｐゴシック" charset="0"/>
              </a:rPr>
              <a:t> language:</a:t>
            </a:r>
          </a:p>
          <a:p>
            <a:pPr marL="0" indent="0">
              <a:buFont typeface="Arial" charset="0"/>
              <a:buNone/>
              <a:defRPr/>
            </a:pPr>
            <a:endParaRPr lang="en-US" dirty="0" smtClean="0">
              <a:ea typeface="ＭＳ Ｐゴシック" charset="0"/>
            </a:endParaRPr>
          </a:p>
          <a:p>
            <a:pPr lvl="1">
              <a:buFont typeface="Wingdings" charset="2"/>
              <a:buChar char="§"/>
              <a:defRPr/>
            </a:pPr>
            <a:r>
              <a:rPr lang="en-US" dirty="0" smtClean="0">
                <a:ea typeface="ＭＳ Ｐゴシック" charset="0"/>
              </a:rPr>
              <a:t>If the order </a:t>
            </a:r>
            <a:r>
              <a:rPr lang="en-US" b="1" dirty="0" smtClean="0">
                <a:ea typeface="ＭＳ Ｐゴシック" charset="0"/>
              </a:rPr>
              <a:t>doesn't </a:t>
            </a:r>
            <a:r>
              <a:rPr lang="en-US" dirty="0" smtClean="0">
                <a:ea typeface="ＭＳ Ｐゴシック" charset="0"/>
              </a:rPr>
              <a:t>matter, it is a </a:t>
            </a:r>
            <a:r>
              <a:rPr lang="en-US" b="1" dirty="0" smtClean="0">
                <a:ea typeface="ＭＳ Ｐゴシック" charset="0"/>
              </a:rPr>
              <a:t>Combination</a:t>
            </a:r>
            <a:r>
              <a:rPr lang="en-US" dirty="0" smtClean="0">
                <a:ea typeface="ＭＳ Ｐゴシック" charset="0"/>
              </a:rPr>
              <a:t>. </a:t>
            </a:r>
          </a:p>
          <a:p>
            <a:pPr lvl="2">
              <a:buFont typeface="Arial"/>
              <a:buChar char="•"/>
              <a:defRPr/>
            </a:pPr>
            <a:r>
              <a:rPr lang="en-US" dirty="0" smtClean="0">
                <a:ea typeface="ＭＳ Ｐゴシック" charset="0"/>
              </a:rPr>
              <a:t>Combination means </a:t>
            </a:r>
            <a:r>
              <a:rPr lang="en-US" b="1" dirty="0" smtClean="0">
                <a:ea typeface="ＭＳ Ｐゴシック" charset="0"/>
              </a:rPr>
              <a:t>selection</a:t>
            </a:r>
            <a:r>
              <a:rPr lang="en-US" dirty="0" smtClean="0">
                <a:ea typeface="ＭＳ Ｐゴシック" charset="0"/>
              </a:rPr>
              <a:t> of things. </a:t>
            </a:r>
          </a:p>
          <a:p>
            <a:pPr lvl="2">
              <a:buFont typeface="Arial"/>
              <a:buChar char="•"/>
              <a:defRPr/>
            </a:pPr>
            <a:r>
              <a:rPr lang="en-US" dirty="0" smtClean="0">
                <a:ea typeface="ＭＳ Ｐゴシック" charset="0"/>
              </a:rPr>
              <a:t>The word </a:t>
            </a:r>
            <a:r>
              <a:rPr lang="en-US" b="1" dirty="0" smtClean="0">
                <a:ea typeface="ＭＳ Ｐゴシック" charset="0"/>
              </a:rPr>
              <a:t>selection</a:t>
            </a:r>
            <a:r>
              <a:rPr lang="en-US" dirty="0" smtClean="0">
                <a:ea typeface="ＭＳ Ｐゴシック" charset="0"/>
              </a:rPr>
              <a:t> is used, when the order of things has </a:t>
            </a:r>
            <a:r>
              <a:rPr lang="en-US" i="1" dirty="0" smtClean="0">
                <a:ea typeface="ＭＳ Ｐゴシック" charset="0"/>
              </a:rPr>
              <a:t>no importance</a:t>
            </a:r>
            <a:r>
              <a:rPr lang="en-US" dirty="0" smtClean="0">
                <a:ea typeface="ＭＳ Ｐゴシック" charset="0"/>
              </a:rPr>
              <a:t>.</a:t>
            </a:r>
          </a:p>
          <a:p>
            <a:pPr marL="914400" lvl="2" indent="0">
              <a:buFont typeface="Arial" charset="0"/>
              <a:buNone/>
              <a:defRPr/>
            </a:pPr>
            <a:endParaRPr lang="en-US" dirty="0" smtClean="0">
              <a:ea typeface="ＭＳ Ｐゴシック" charset="0"/>
            </a:endParaRPr>
          </a:p>
          <a:p>
            <a:pPr lvl="1">
              <a:buFont typeface="Wingdings" charset="2"/>
              <a:buChar char="§"/>
              <a:defRPr/>
            </a:pPr>
            <a:r>
              <a:rPr lang="en-US" dirty="0" smtClean="0">
                <a:ea typeface="ＭＳ Ｐゴシック" charset="0"/>
              </a:rPr>
              <a:t>If the order </a:t>
            </a:r>
            <a:r>
              <a:rPr lang="en-US" b="1" dirty="0" smtClean="0">
                <a:ea typeface="ＭＳ Ｐゴシック" charset="0"/>
              </a:rPr>
              <a:t>does</a:t>
            </a:r>
            <a:r>
              <a:rPr lang="en-US" dirty="0" smtClean="0">
                <a:ea typeface="ＭＳ Ｐゴシック" charset="0"/>
              </a:rPr>
              <a:t> matter, it is a </a:t>
            </a:r>
            <a:r>
              <a:rPr lang="en-US" b="1" dirty="0" smtClean="0">
                <a:ea typeface="ＭＳ Ｐゴシック" charset="0"/>
              </a:rPr>
              <a:t>Permutation</a:t>
            </a:r>
            <a:r>
              <a:rPr lang="en-US" dirty="0" smtClean="0">
                <a:ea typeface="ＭＳ Ｐゴシック" charset="0"/>
              </a:rPr>
              <a:t>.</a:t>
            </a:r>
          </a:p>
          <a:p>
            <a:pPr lvl="2">
              <a:buFont typeface="Arial" charset="0"/>
              <a:buChar char="•"/>
              <a:defRPr/>
            </a:pPr>
            <a:r>
              <a:rPr lang="en-US" dirty="0" smtClean="0">
                <a:ea typeface="ＭＳ Ｐゴシック" charset="0"/>
              </a:rPr>
              <a:t>Permutation means </a:t>
            </a:r>
            <a:r>
              <a:rPr lang="en-US" b="1" dirty="0" smtClean="0">
                <a:ea typeface="ＭＳ Ｐゴシック" charset="0"/>
              </a:rPr>
              <a:t>arrangement </a:t>
            </a:r>
            <a:r>
              <a:rPr lang="en-US" dirty="0" smtClean="0">
                <a:ea typeface="ＭＳ Ｐゴシック" charset="0"/>
              </a:rPr>
              <a:t>of things. </a:t>
            </a:r>
          </a:p>
          <a:p>
            <a:pPr lvl="2">
              <a:buFont typeface="Arial" charset="0"/>
              <a:buChar char="•"/>
              <a:defRPr/>
            </a:pPr>
            <a:r>
              <a:rPr lang="en-US" dirty="0" smtClean="0">
                <a:ea typeface="ＭＳ Ｐゴシック" charset="0"/>
              </a:rPr>
              <a:t>The word </a:t>
            </a:r>
            <a:r>
              <a:rPr lang="en-US" b="1" dirty="0" smtClean="0">
                <a:ea typeface="ＭＳ Ｐゴシック" charset="0"/>
              </a:rPr>
              <a:t>arrangement</a:t>
            </a:r>
            <a:r>
              <a:rPr lang="en-US" i="1" dirty="0" smtClean="0">
                <a:ea typeface="ＭＳ Ｐゴシック" charset="0"/>
              </a:rPr>
              <a:t> </a:t>
            </a:r>
            <a:r>
              <a:rPr lang="en-US" dirty="0" smtClean="0">
                <a:ea typeface="ＭＳ Ｐゴシック" charset="0"/>
              </a:rPr>
              <a:t>is used, if the order of things </a:t>
            </a:r>
            <a:r>
              <a:rPr lang="en-US" i="1" dirty="0" smtClean="0">
                <a:ea typeface="ＭＳ Ｐゴシック" charset="0"/>
              </a:rPr>
              <a:t>is considered</a:t>
            </a:r>
            <a:r>
              <a:rPr lang="en-US" dirty="0" smtClean="0">
                <a:ea typeface="ＭＳ Ｐゴシック" charset="0"/>
              </a:rPr>
              <a:t>.</a:t>
            </a:r>
            <a:endParaRPr lang="en-US" dirty="0">
              <a:ea typeface="ＭＳ Ｐゴシック" charset="0"/>
            </a:endParaRPr>
          </a:p>
        </p:txBody>
      </p:sp>
      <p:sp>
        <p:nvSpPr>
          <p:cNvPr id="52227" name="Slide Number Placeholder 3"/>
          <p:cNvSpPr>
            <a:spLocks noGrp="1"/>
          </p:cNvSpPr>
          <p:nvPr>
            <p:ph type="sldNum" sz="quarter" idx="12"/>
          </p:nvPr>
        </p:nvSpPr>
        <p:spPr bwMode="auto">
          <a:xfrm>
            <a:off x="3124200" y="6519863"/>
            <a:ext cx="2895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Arial" pitchFamily="34" charset="0"/>
              <a:buChar char="•"/>
              <a:defRPr sz="3200">
                <a:solidFill>
                  <a:schemeClr val="tx1"/>
                </a:solidFill>
                <a:latin typeface="Calibri" pitchFamily="34" charset="0"/>
                <a:ea typeface="ＭＳ Ｐゴシック" pitchFamily="34" charset="-128"/>
              </a:defRPr>
            </a:lvl1pPr>
            <a:lvl2pPr marL="742950" indent="-285750" eaLnBrk="0" hangingPunct="0">
              <a:spcBef>
                <a:spcPct val="20000"/>
              </a:spcBef>
              <a:buFont typeface="Arial" pitchFamily="34" charset="0"/>
              <a:buChar char="–"/>
              <a:defRPr sz="2800">
                <a:solidFill>
                  <a:schemeClr val="tx1"/>
                </a:solidFill>
                <a:latin typeface="Calibri" pitchFamily="34" charset="0"/>
                <a:ea typeface="ＭＳ Ｐゴシック" pitchFamily="34" charset="-128"/>
              </a:defRPr>
            </a:lvl2pPr>
            <a:lvl3pPr marL="1143000" indent="-228600" eaLnBrk="0" hangingPunct="0">
              <a:spcBef>
                <a:spcPct val="20000"/>
              </a:spcBef>
              <a:buFont typeface="Arial" pitchFamily="34" charset="0"/>
              <a:buChar char="•"/>
              <a:defRPr sz="2400">
                <a:solidFill>
                  <a:schemeClr val="tx1"/>
                </a:solidFill>
                <a:latin typeface="Calibri" pitchFamily="34" charset="0"/>
                <a:ea typeface="ＭＳ Ｐゴシック" pitchFamily="34" charset="-128"/>
              </a:defRPr>
            </a:lvl3pPr>
            <a:lvl4pPr marL="16002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4pPr>
            <a:lvl5pPr marL="20574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5pPr>
            <a:lvl6pPr marL="25146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6pPr>
            <a:lvl7pPr marL="29718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7pPr>
            <a:lvl8pPr marL="34290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8pPr>
            <a:lvl9pPr marL="38862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9pPr>
          </a:lstStyle>
          <a:p>
            <a:pPr algn="ctr" eaLnBrk="1" hangingPunct="1">
              <a:spcBef>
                <a:spcPct val="0"/>
              </a:spcBef>
              <a:buFontTx/>
              <a:buNone/>
            </a:pPr>
            <a:fld id="{4A63E463-3393-4157-B211-ED91B30683F1}" type="slidenum">
              <a:rPr lang="en-US" altLang="en-US" sz="1200" smtClean="0">
                <a:solidFill>
                  <a:srgbClr val="898989"/>
                </a:solidFill>
              </a:rPr>
              <a:pPr algn="ctr" eaLnBrk="1" hangingPunct="1">
                <a:spcBef>
                  <a:spcPct val="0"/>
                </a:spcBef>
                <a:buFontTx/>
                <a:buNone/>
              </a:pPr>
              <a:t>3</a:t>
            </a:fld>
            <a:endParaRPr lang="en-US" altLang="en-US" sz="1200" smtClean="0">
              <a:solidFill>
                <a:srgbClr val="898989"/>
              </a:solidFill>
            </a:endParaRPr>
          </a:p>
        </p:txBody>
      </p:sp>
    </p:spTree>
    <p:extLst>
      <p:ext uri="{BB962C8B-B14F-4D97-AF65-F5344CB8AC3E}">
        <p14:creationId xmlns:p14="http://schemas.microsoft.com/office/powerpoint/2010/main" val="144229310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Slide Number Placeholder 3"/>
          <p:cNvSpPr>
            <a:spLocks noGrp="1"/>
          </p:cNvSpPr>
          <p:nvPr>
            <p:ph type="sldNum" sz="quarter" idx="12"/>
          </p:nvPr>
        </p:nvSpPr>
        <p:spPr bwMode="auto">
          <a:xfrm>
            <a:off x="3124200" y="6519863"/>
            <a:ext cx="2895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Arial" pitchFamily="34" charset="0"/>
              <a:buChar char="•"/>
              <a:defRPr sz="3200">
                <a:solidFill>
                  <a:schemeClr val="tx1"/>
                </a:solidFill>
                <a:latin typeface="Calibri" pitchFamily="34" charset="0"/>
                <a:ea typeface="ＭＳ Ｐゴシック" pitchFamily="34" charset="-128"/>
              </a:defRPr>
            </a:lvl1pPr>
            <a:lvl2pPr marL="742950" indent="-285750" eaLnBrk="0" hangingPunct="0">
              <a:spcBef>
                <a:spcPct val="20000"/>
              </a:spcBef>
              <a:buFont typeface="Arial" pitchFamily="34" charset="0"/>
              <a:buChar char="–"/>
              <a:defRPr sz="2800">
                <a:solidFill>
                  <a:schemeClr val="tx1"/>
                </a:solidFill>
                <a:latin typeface="Calibri" pitchFamily="34" charset="0"/>
                <a:ea typeface="ＭＳ Ｐゴシック" pitchFamily="34" charset="-128"/>
              </a:defRPr>
            </a:lvl2pPr>
            <a:lvl3pPr marL="1143000" indent="-228600" eaLnBrk="0" hangingPunct="0">
              <a:spcBef>
                <a:spcPct val="20000"/>
              </a:spcBef>
              <a:buFont typeface="Arial" pitchFamily="34" charset="0"/>
              <a:buChar char="•"/>
              <a:defRPr sz="2400">
                <a:solidFill>
                  <a:schemeClr val="tx1"/>
                </a:solidFill>
                <a:latin typeface="Calibri" pitchFamily="34" charset="0"/>
                <a:ea typeface="ＭＳ Ｐゴシック" pitchFamily="34" charset="-128"/>
              </a:defRPr>
            </a:lvl3pPr>
            <a:lvl4pPr marL="16002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4pPr>
            <a:lvl5pPr marL="20574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5pPr>
            <a:lvl6pPr marL="25146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6pPr>
            <a:lvl7pPr marL="29718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7pPr>
            <a:lvl8pPr marL="34290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8pPr>
            <a:lvl9pPr marL="38862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9pPr>
          </a:lstStyle>
          <a:p>
            <a:pPr algn="ctr" eaLnBrk="1" hangingPunct="1">
              <a:spcBef>
                <a:spcPct val="0"/>
              </a:spcBef>
              <a:buFontTx/>
              <a:buNone/>
            </a:pPr>
            <a:fld id="{2F487E39-5E12-42F3-93DF-C4A4306B6EFE}" type="slidenum">
              <a:rPr lang="en-US" altLang="en-US" sz="1200" smtClean="0">
                <a:solidFill>
                  <a:srgbClr val="898989"/>
                </a:solidFill>
              </a:rPr>
              <a:pPr algn="ctr" eaLnBrk="1" hangingPunct="1">
                <a:spcBef>
                  <a:spcPct val="0"/>
                </a:spcBef>
                <a:buFontTx/>
                <a:buNone/>
              </a:pPr>
              <a:t>4</a:t>
            </a:fld>
            <a:endParaRPr lang="en-US" altLang="en-US" sz="1200" smtClean="0">
              <a:solidFill>
                <a:srgbClr val="898989"/>
              </a:solidFill>
            </a:endParaRPr>
          </a:p>
        </p:txBody>
      </p:sp>
      <p:sp>
        <p:nvSpPr>
          <p:cNvPr id="5" name="Smiley Face 4"/>
          <p:cNvSpPr/>
          <p:nvPr/>
        </p:nvSpPr>
        <p:spPr bwMode="auto">
          <a:xfrm>
            <a:off x="1547813" y="4005263"/>
            <a:ext cx="1714500" cy="1643062"/>
          </a:xfrm>
          <a:prstGeom prst="smileyFace">
            <a:avLst/>
          </a:prstGeom>
          <a:solidFill>
            <a:schemeClr val="bg1">
              <a:lumMod val="95000"/>
            </a:schemeClr>
          </a:solidFill>
          <a:ln w="9525" cap="flat" cmpd="sng" algn="ctr">
            <a:solidFill>
              <a:schemeClr val="tx1"/>
            </a:solidFill>
            <a:prstDash val="solid"/>
            <a:round/>
            <a:headEnd type="none" w="med" len="med"/>
            <a:tailEnd type="none" w="med" len="med"/>
          </a:ln>
          <a:effectLst/>
        </p:spPr>
        <p:txBody>
          <a:bodyPr/>
          <a:lstStyle/>
          <a:p>
            <a:pPr eaLnBrk="0" fontAlgn="base" hangingPunct="0">
              <a:spcBef>
                <a:spcPct val="0"/>
              </a:spcBef>
              <a:spcAft>
                <a:spcPct val="0"/>
              </a:spcAft>
              <a:defRPr/>
            </a:pPr>
            <a:endParaRPr lang="en-US">
              <a:solidFill>
                <a:prstClr val="black"/>
              </a:solidFill>
              <a:latin typeface="Arial" charset="0"/>
              <a:ea typeface="ＭＳ Ｐゴシック" charset="0"/>
              <a:cs typeface="ＭＳ Ｐゴシック" charset="0"/>
            </a:endParaRPr>
          </a:p>
        </p:txBody>
      </p:sp>
      <p:sp>
        <p:nvSpPr>
          <p:cNvPr id="53252" name="Oval Callout 5"/>
          <p:cNvSpPr>
            <a:spLocks noChangeArrowheads="1"/>
          </p:cNvSpPr>
          <p:nvPr/>
        </p:nvSpPr>
        <p:spPr bwMode="auto">
          <a:xfrm>
            <a:off x="3132138" y="1412875"/>
            <a:ext cx="5214937" cy="2928938"/>
          </a:xfrm>
          <a:prstGeom prst="wedgeEllipseCallout">
            <a:avLst>
              <a:gd name="adj1" fmla="val -46995"/>
              <a:gd name="adj2" fmla="val 57546"/>
            </a:avLst>
          </a:prstGeom>
          <a:solidFill>
            <a:srgbClr val="FFC000"/>
          </a:solidFill>
          <a:ln w="9525">
            <a:solidFill>
              <a:schemeClr val="tx1"/>
            </a:solidFill>
            <a:round/>
            <a:headEnd/>
            <a:tailEnd/>
          </a:ln>
        </p:spPr>
        <p:txBody>
          <a:bodyPr/>
          <a:lstStyle>
            <a:lvl1pPr eaLnBrk="0" hangingPunct="0">
              <a:spcBef>
                <a:spcPct val="20000"/>
              </a:spcBef>
              <a:buFont typeface="Arial" pitchFamily="34" charset="0"/>
              <a:buChar char="•"/>
              <a:defRPr sz="3200">
                <a:solidFill>
                  <a:schemeClr val="tx1"/>
                </a:solidFill>
                <a:latin typeface="Calibri" pitchFamily="34" charset="0"/>
                <a:ea typeface="ＭＳ Ｐゴシック" pitchFamily="34" charset="-128"/>
              </a:defRPr>
            </a:lvl1pPr>
            <a:lvl2pPr marL="742950" indent="-285750" eaLnBrk="0" hangingPunct="0">
              <a:spcBef>
                <a:spcPct val="20000"/>
              </a:spcBef>
              <a:buFont typeface="Arial" pitchFamily="34" charset="0"/>
              <a:buChar char="–"/>
              <a:defRPr sz="2800">
                <a:solidFill>
                  <a:schemeClr val="tx1"/>
                </a:solidFill>
                <a:latin typeface="Calibri" pitchFamily="34" charset="0"/>
                <a:ea typeface="ＭＳ Ｐゴシック" pitchFamily="34" charset="-128"/>
              </a:defRPr>
            </a:lvl2pPr>
            <a:lvl3pPr marL="1143000" indent="-228600" eaLnBrk="0" hangingPunct="0">
              <a:spcBef>
                <a:spcPct val="20000"/>
              </a:spcBef>
              <a:buFont typeface="Arial" pitchFamily="34" charset="0"/>
              <a:buChar char="•"/>
              <a:defRPr sz="2400">
                <a:solidFill>
                  <a:schemeClr val="tx1"/>
                </a:solidFill>
                <a:latin typeface="Calibri" pitchFamily="34" charset="0"/>
                <a:ea typeface="ＭＳ Ｐゴシック" pitchFamily="34" charset="-128"/>
              </a:defRPr>
            </a:lvl3pPr>
            <a:lvl4pPr marL="16002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4pPr>
            <a:lvl5pPr marL="20574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5pPr>
            <a:lvl6pPr marL="25146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6pPr>
            <a:lvl7pPr marL="29718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7pPr>
            <a:lvl8pPr marL="34290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8pPr>
            <a:lvl9pPr marL="38862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9pPr>
          </a:lstStyle>
          <a:p>
            <a:pPr algn="ctr" eaLnBrk="1" fontAlgn="base" hangingPunct="1">
              <a:spcBef>
                <a:spcPct val="0"/>
              </a:spcBef>
              <a:spcAft>
                <a:spcPct val="0"/>
              </a:spcAft>
              <a:buFontTx/>
              <a:buNone/>
            </a:pPr>
            <a:r>
              <a:rPr lang="en-US" altLang="en-US" sz="3600">
                <a:solidFill>
                  <a:prstClr val="black"/>
                </a:solidFill>
              </a:rPr>
              <a:t>To help you to remember, think "</a:t>
            </a:r>
            <a:r>
              <a:rPr lang="en-US" altLang="en-US" sz="3600" b="1">
                <a:solidFill>
                  <a:prstClr val="black"/>
                </a:solidFill>
              </a:rPr>
              <a:t>P</a:t>
            </a:r>
            <a:r>
              <a:rPr lang="en-US" altLang="en-US" sz="3600">
                <a:solidFill>
                  <a:prstClr val="black"/>
                </a:solidFill>
              </a:rPr>
              <a:t>ermutation ... </a:t>
            </a:r>
            <a:r>
              <a:rPr lang="en-US" altLang="en-US" sz="3600" b="1">
                <a:solidFill>
                  <a:prstClr val="black"/>
                </a:solidFill>
              </a:rPr>
              <a:t>P</a:t>
            </a:r>
            <a:r>
              <a:rPr lang="en-US" altLang="en-US" sz="3600">
                <a:solidFill>
                  <a:prstClr val="black"/>
                </a:solidFill>
              </a:rPr>
              <a:t>osition"</a:t>
            </a:r>
          </a:p>
          <a:p>
            <a:pPr fontAlgn="base">
              <a:spcBef>
                <a:spcPct val="0"/>
              </a:spcBef>
              <a:spcAft>
                <a:spcPct val="0"/>
              </a:spcAft>
              <a:buFontTx/>
              <a:buNone/>
            </a:pPr>
            <a:endParaRPr lang="en-US" altLang="en-US" sz="1800">
              <a:solidFill>
                <a:prstClr val="black"/>
              </a:solidFill>
              <a:latin typeface="Arial" pitchFamily="34" charset="0"/>
            </a:endParaRPr>
          </a:p>
        </p:txBody>
      </p:sp>
    </p:spTree>
    <p:extLst>
      <p:ext uri="{BB962C8B-B14F-4D97-AF65-F5344CB8AC3E}">
        <p14:creationId xmlns:p14="http://schemas.microsoft.com/office/powerpoint/2010/main" val="43478939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1115616" y="2060848"/>
            <a:ext cx="6912768" cy="1440160"/>
          </a:xfrm>
          <a:prstGeom prst="rect">
            <a:avLst/>
          </a:prstGeom>
        </p:spPr>
        <p:style>
          <a:lnRef idx="0">
            <a:schemeClr val="accent2"/>
          </a:lnRef>
          <a:fillRef idx="3">
            <a:schemeClr val="accent2"/>
          </a:fillRef>
          <a:effectRef idx="3">
            <a:schemeClr val="accent2"/>
          </a:effectRef>
          <a:fontRef idx="minor">
            <a:schemeClr val="lt1"/>
          </a:fontRef>
        </p:style>
        <p:txBody>
          <a:bodyPr/>
          <a:lstStyle/>
          <a:p>
            <a:pPr algn="ctr" fontAlgn="base">
              <a:spcBef>
                <a:spcPct val="0"/>
              </a:spcBef>
              <a:spcAft>
                <a:spcPct val="0"/>
              </a:spcAft>
              <a:defRPr/>
            </a:pPr>
            <a:r>
              <a:rPr lang="en-US" sz="7200" dirty="0">
                <a:solidFill>
                  <a:prstClr val="white"/>
                </a:solidFill>
              </a:rPr>
              <a:t>Permutations</a:t>
            </a:r>
          </a:p>
        </p:txBody>
      </p:sp>
      <p:sp>
        <p:nvSpPr>
          <p:cNvPr id="54277" name="Slide Number Placeholder 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Arial" pitchFamily="34" charset="0"/>
              <a:buChar char="•"/>
              <a:defRPr sz="3200">
                <a:solidFill>
                  <a:schemeClr val="tx1"/>
                </a:solidFill>
                <a:latin typeface="Calibri" pitchFamily="34" charset="0"/>
                <a:ea typeface="ＭＳ Ｐゴシック" pitchFamily="34" charset="-128"/>
              </a:defRPr>
            </a:lvl1pPr>
            <a:lvl2pPr marL="742950" indent="-285750" eaLnBrk="0" hangingPunct="0">
              <a:spcBef>
                <a:spcPct val="20000"/>
              </a:spcBef>
              <a:buFont typeface="Arial" pitchFamily="34" charset="0"/>
              <a:buChar char="–"/>
              <a:defRPr sz="2800">
                <a:solidFill>
                  <a:schemeClr val="tx1"/>
                </a:solidFill>
                <a:latin typeface="Calibri" pitchFamily="34" charset="0"/>
                <a:ea typeface="ＭＳ Ｐゴシック" pitchFamily="34" charset="-128"/>
              </a:defRPr>
            </a:lvl2pPr>
            <a:lvl3pPr marL="1143000" indent="-228600" eaLnBrk="0" hangingPunct="0">
              <a:spcBef>
                <a:spcPct val="20000"/>
              </a:spcBef>
              <a:buFont typeface="Arial" pitchFamily="34" charset="0"/>
              <a:buChar char="•"/>
              <a:defRPr sz="2400">
                <a:solidFill>
                  <a:schemeClr val="tx1"/>
                </a:solidFill>
                <a:latin typeface="Calibri" pitchFamily="34" charset="0"/>
                <a:ea typeface="ＭＳ Ｐゴシック" pitchFamily="34" charset="-128"/>
              </a:defRPr>
            </a:lvl3pPr>
            <a:lvl4pPr marL="16002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4pPr>
            <a:lvl5pPr marL="20574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5pPr>
            <a:lvl6pPr marL="25146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6pPr>
            <a:lvl7pPr marL="29718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7pPr>
            <a:lvl8pPr marL="34290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8pPr>
            <a:lvl9pPr marL="38862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9pPr>
          </a:lstStyle>
          <a:p>
            <a:pPr eaLnBrk="1" hangingPunct="1">
              <a:spcBef>
                <a:spcPct val="0"/>
              </a:spcBef>
              <a:buFontTx/>
              <a:buNone/>
            </a:pPr>
            <a:fld id="{E8936F1A-A040-4B3F-8C6A-46769FE86A28}" type="slidenum">
              <a:rPr lang="en-US" altLang="en-US" sz="1200" smtClean="0">
                <a:solidFill>
                  <a:srgbClr val="898989"/>
                </a:solidFill>
              </a:rPr>
              <a:pPr eaLnBrk="1" hangingPunct="1">
                <a:spcBef>
                  <a:spcPct val="0"/>
                </a:spcBef>
                <a:buFontTx/>
                <a:buNone/>
              </a:pPr>
              <a:t>5</a:t>
            </a:fld>
            <a:endParaRPr lang="en-US" altLang="en-US" sz="1200" smtClean="0">
              <a:solidFill>
                <a:srgbClr val="898989"/>
              </a:solidFill>
            </a:endParaRPr>
          </a:p>
        </p:txBody>
      </p:sp>
    </p:spTree>
    <p:extLst>
      <p:ext uri="{BB962C8B-B14F-4D97-AF65-F5344CB8AC3E}">
        <p14:creationId xmlns:p14="http://schemas.microsoft.com/office/powerpoint/2010/main" val="13665878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68313" y="1125538"/>
            <a:ext cx="8229600" cy="3095625"/>
          </a:xfrm>
        </p:spPr>
        <p:txBody>
          <a:bodyPr/>
          <a:lstStyle/>
          <a:p>
            <a:pPr marL="0" indent="0">
              <a:buFont typeface="Arial" charset="0"/>
              <a:buNone/>
              <a:defRPr/>
            </a:pPr>
            <a:r>
              <a:rPr lang="en-US" dirty="0" smtClean="0">
                <a:ea typeface="ＭＳ Ｐゴシック" charset="0"/>
              </a:rPr>
              <a:t>There are basically two types of permutation:</a:t>
            </a:r>
          </a:p>
          <a:p>
            <a:pPr marL="0" indent="0">
              <a:buFont typeface="Arial" charset="0"/>
              <a:buNone/>
              <a:defRPr/>
            </a:pPr>
            <a:endParaRPr lang="en-US" dirty="0" smtClean="0">
              <a:ea typeface="ＭＳ Ｐゴシック" charset="0"/>
            </a:endParaRPr>
          </a:p>
          <a:p>
            <a:pPr lvl="1">
              <a:buFont typeface="Wingdings" charset="2"/>
              <a:buChar char="§"/>
              <a:defRPr/>
            </a:pPr>
            <a:r>
              <a:rPr lang="en-US" b="1" dirty="0" smtClean="0">
                <a:ea typeface="ＭＳ Ｐゴシック" charset="0"/>
              </a:rPr>
              <a:t>Repetition is Allowed</a:t>
            </a:r>
            <a:r>
              <a:rPr lang="en-US" dirty="0" smtClean="0">
                <a:ea typeface="ＭＳ Ｐゴシック" charset="0"/>
              </a:rPr>
              <a:t>: such as the permutation lock (in picture). It could be "333".</a:t>
            </a:r>
          </a:p>
          <a:p>
            <a:pPr marL="457200" lvl="1" indent="0">
              <a:buFont typeface="Arial" charset="0"/>
              <a:buNone/>
              <a:defRPr/>
            </a:pPr>
            <a:endParaRPr lang="en-US" dirty="0" smtClean="0">
              <a:ea typeface="ＭＳ Ｐゴシック" charset="0"/>
            </a:endParaRPr>
          </a:p>
          <a:p>
            <a:pPr lvl="1">
              <a:buFont typeface="Wingdings" charset="2"/>
              <a:buChar char="§"/>
              <a:defRPr/>
            </a:pPr>
            <a:r>
              <a:rPr lang="en-US" b="1" dirty="0" smtClean="0">
                <a:ea typeface="ＭＳ Ｐゴシック" charset="0"/>
              </a:rPr>
              <a:t>No Repetition</a:t>
            </a:r>
            <a:r>
              <a:rPr lang="en-US" dirty="0" smtClean="0">
                <a:ea typeface="ＭＳ Ｐゴシック" charset="0"/>
              </a:rPr>
              <a:t>: for example the first three people in a running race. You can't be first and second.</a:t>
            </a:r>
          </a:p>
        </p:txBody>
      </p:sp>
      <p:sp>
        <p:nvSpPr>
          <p:cNvPr id="55299" name="Slide Number Placeholder 3"/>
          <p:cNvSpPr>
            <a:spLocks noGrp="1"/>
          </p:cNvSpPr>
          <p:nvPr>
            <p:ph type="sldNum" sz="quarter" idx="12"/>
          </p:nvPr>
        </p:nvSpPr>
        <p:spPr bwMode="auto">
          <a:xfrm>
            <a:off x="3124200" y="6519863"/>
            <a:ext cx="2895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Arial" pitchFamily="34" charset="0"/>
              <a:buChar char="•"/>
              <a:defRPr sz="3200">
                <a:solidFill>
                  <a:schemeClr val="tx1"/>
                </a:solidFill>
                <a:latin typeface="Calibri" pitchFamily="34" charset="0"/>
                <a:ea typeface="ＭＳ Ｐゴシック" pitchFamily="34" charset="-128"/>
              </a:defRPr>
            </a:lvl1pPr>
            <a:lvl2pPr marL="742950" indent="-285750" eaLnBrk="0" hangingPunct="0">
              <a:spcBef>
                <a:spcPct val="20000"/>
              </a:spcBef>
              <a:buFont typeface="Arial" pitchFamily="34" charset="0"/>
              <a:buChar char="–"/>
              <a:defRPr sz="2800">
                <a:solidFill>
                  <a:schemeClr val="tx1"/>
                </a:solidFill>
                <a:latin typeface="Calibri" pitchFamily="34" charset="0"/>
                <a:ea typeface="ＭＳ Ｐゴシック" pitchFamily="34" charset="-128"/>
              </a:defRPr>
            </a:lvl2pPr>
            <a:lvl3pPr marL="1143000" indent="-228600" eaLnBrk="0" hangingPunct="0">
              <a:spcBef>
                <a:spcPct val="20000"/>
              </a:spcBef>
              <a:buFont typeface="Arial" pitchFamily="34" charset="0"/>
              <a:buChar char="•"/>
              <a:defRPr sz="2400">
                <a:solidFill>
                  <a:schemeClr val="tx1"/>
                </a:solidFill>
                <a:latin typeface="Calibri" pitchFamily="34" charset="0"/>
                <a:ea typeface="ＭＳ Ｐゴシック" pitchFamily="34" charset="-128"/>
              </a:defRPr>
            </a:lvl3pPr>
            <a:lvl4pPr marL="16002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4pPr>
            <a:lvl5pPr marL="20574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5pPr>
            <a:lvl6pPr marL="25146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6pPr>
            <a:lvl7pPr marL="29718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7pPr>
            <a:lvl8pPr marL="34290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8pPr>
            <a:lvl9pPr marL="38862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9pPr>
          </a:lstStyle>
          <a:p>
            <a:pPr algn="ctr" eaLnBrk="1" hangingPunct="1">
              <a:spcBef>
                <a:spcPct val="0"/>
              </a:spcBef>
              <a:buFontTx/>
              <a:buNone/>
            </a:pPr>
            <a:fld id="{949E5D96-8140-455F-954F-E9888A323AAC}" type="slidenum">
              <a:rPr lang="en-US" altLang="en-US" sz="1200" smtClean="0">
                <a:solidFill>
                  <a:srgbClr val="898989"/>
                </a:solidFill>
              </a:rPr>
              <a:pPr algn="ctr" eaLnBrk="1" hangingPunct="1">
                <a:spcBef>
                  <a:spcPct val="0"/>
                </a:spcBef>
                <a:buFontTx/>
                <a:buNone/>
              </a:pPr>
              <a:t>6</a:t>
            </a:fld>
            <a:endParaRPr lang="en-US" altLang="en-US" sz="1200" smtClean="0">
              <a:solidFill>
                <a:srgbClr val="898989"/>
              </a:solidFill>
            </a:endParaRPr>
          </a:p>
        </p:txBody>
      </p:sp>
      <p:pic>
        <p:nvPicPr>
          <p:cNvPr id="55300"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67400" y="4862513"/>
            <a:ext cx="2089150" cy="1677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41848098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Content Placeholder 2"/>
          <p:cNvSpPr>
            <a:spLocks noGrp="1"/>
          </p:cNvSpPr>
          <p:nvPr>
            <p:ph idx="1"/>
          </p:nvPr>
        </p:nvSpPr>
        <p:spPr>
          <a:xfrm>
            <a:off x="395288" y="1196975"/>
            <a:ext cx="8229600" cy="4525963"/>
          </a:xfrm>
        </p:spPr>
        <p:txBody>
          <a:bodyPr/>
          <a:lstStyle/>
          <a:p>
            <a:r>
              <a:rPr lang="en-US" altLang="en-US" smtClean="0"/>
              <a:t>In this case, you have to </a:t>
            </a:r>
            <a:r>
              <a:rPr lang="en-US" altLang="en-US" b="1" smtClean="0"/>
              <a:t>reduce</a:t>
            </a:r>
            <a:r>
              <a:rPr lang="en-US" altLang="en-US" smtClean="0"/>
              <a:t> the number of available choices each time.</a:t>
            </a:r>
          </a:p>
          <a:p>
            <a:r>
              <a:rPr lang="en-US" altLang="en-US" smtClean="0"/>
              <a:t>For example, what order could 16 pool balls be in?</a:t>
            </a:r>
          </a:p>
          <a:p>
            <a:pPr lvl="1"/>
            <a:r>
              <a:rPr lang="en-US" altLang="en-US" smtClean="0"/>
              <a:t>After choosing, say, number "14" you can't choose it again.</a:t>
            </a:r>
          </a:p>
          <a:p>
            <a:endParaRPr lang="en-US" altLang="en-US" smtClean="0"/>
          </a:p>
        </p:txBody>
      </p:sp>
      <p:sp>
        <p:nvSpPr>
          <p:cNvPr id="56323" name="Slide Number Placeholder 3"/>
          <p:cNvSpPr>
            <a:spLocks noGrp="1"/>
          </p:cNvSpPr>
          <p:nvPr>
            <p:ph type="sldNum" sz="quarter" idx="12"/>
          </p:nvPr>
        </p:nvSpPr>
        <p:spPr bwMode="auto">
          <a:xfrm>
            <a:off x="3124200" y="6356350"/>
            <a:ext cx="2895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Arial" pitchFamily="34" charset="0"/>
              <a:buChar char="•"/>
              <a:defRPr sz="3200">
                <a:solidFill>
                  <a:schemeClr val="tx1"/>
                </a:solidFill>
                <a:latin typeface="Calibri" pitchFamily="34" charset="0"/>
                <a:ea typeface="ＭＳ Ｐゴシック" pitchFamily="34" charset="-128"/>
              </a:defRPr>
            </a:lvl1pPr>
            <a:lvl2pPr marL="742950" indent="-285750" eaLnBrk="0" hangingPunct="0">
              <a:spcBef>
                <a:spcPct val="20000"/>
              </a:spcBef>
              <a:buFont typeface="Arial" pitchFamily="34" charset="0"/>
              <a:buChar char="–"/>
              <a:defRPr sz="2800">
                <a:solidFill>
                  <a:schemeClr val="tx1"/>
                </a:solidFill>
                <a:latin typeface="Calibri" pitchFamily="34" charset="0"/>
                <a:ea typeface="ＭＳ Ｐゴシック" pitchFamily="34" charset="-128"/>
              </a:defRPr>
            </a:lvl2pPr>
            <a:lvl3pPr marL="1143000" indent="-228600" eaLnBrk="0" hangingPunct="0">
              <a:spcBef>
                <a:spcPct val="20000"/>
              </a:spcBef>
              <a:buFont typeface="Arial" pitchFamily="34" charset="0"/>
              <a:buChar char="•"/>
              <a:defRPr sz="2400">
                <a:solidFill>
                  <a:schemeClr val="tx1"/>
                </a:solidFill>
                <a:latin typeface="Calibri" pitchFamily="34" charset="0"/>
                <a:ea typeface="ＭＳ Ｐゴシック" pitchFamily="34" charset="-128"/>
              </a:defRPr>
            </a:lvl3pPr>
            <a:lvl4pPr marL="16002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4pPr>
            <a:lvl5pPr marL="20574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5pPr>
            <a:lvl6pPr marL="25146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6pPr>
            <a:lvl7pPr marL="29718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7pPr>
            <a:lvl8pPr marL="34290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8pPr>
            <a:lvl9pPr marL="38862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9pPr>
          </a:lstStyle>
          <a:p>
            <a:pPr algn="ctr" eaLnBrk="1" hangingPunct="1">
              <a:spcBef>
                <a:spcPct val="0"/>
              </a:spcBef>
              <a:buFontTx/>
              <a:buNone/>
            </a:pPr>
            <a:fld id="{1A9A1335-2080-45E3-94B0-1DF8D4B35797}" type="slidenum">
              <a:rPr lang="en-US" altLang="en-US" sz="1200" smtClean="0">
                <a:solidFill>
                  <a:srgbClr val="898989"/>
                </a:solidFill>
              </a:rPr>
              <a:pPr algn="ctr" eaLnBrk="1" hangingPunct="1">
                <a:spcBef>
                  <a:spcPct val="0"/>
                </a:spcBef>
                <a:buFontTx/>
                <a:buNone/>
              </a:pPr>
              <a:t>7</a:t>
            </a:fld>
            <a:endParaRPr lang="en-US" altLang="en-US" sz="1200" smtClean="0">
              <a:solidFill>
                <a:srgbClr val="898989"/>
              </a:solidFill>
            </a:endParaRPr>
          </a:p>
        </p:txBody>
      </p:sp>
      <p:pic>
        <p:nvPicPr>
          <p:cNvPr id="5632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79613" y="4652963"/>
            <a:ext cx="5143500"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p:cNvSpPr txBox="1"/>
          <p:nvPr/>
        </p:nvSpPr>
        <p:spPr>
          <a:xfrm>
            <a:off x="2771775" y="188913"/>
            <a:ext cx="5094288" cy="584200"/>
          </a:xfrm>
          <a:prstGeom prst="rect">
            <a:avLst/>
          </a:prstGeom>
        </p:spPr>
        <p:style>
          <a:lnRef idx="2">
            <a:schemeClr val="accent2"/>
          </a:lnRef>
          <a:fillRef idx="1">
            <a:schemeClr val="lt1"/>
          </a:fillRef>
          <a:effectRef idx="0">
            <a:schemeClr val="accent2"/>
          </a:effectRef>
          <a:fontRef idx="minor">
            <a:schemeClr val="dk1"/>
          </a:fontRef>
        </p:style>
        <p:txBody>
          <a:bodyPr wrap="none">
            <a:spAutoFit/>
          </a:bodyPr>
          <a:lstStyle>
            <a:lvl1pPr eaLnBrk="0" hangingPunct="0">
              <a:defRPr sz="2400">
                <a:solidFill>
                  <a:schemeClr val="tx1"/>
                </a:solidFill>
                <a:latin typeface="Calibri" pitchFamily="34" charset="0"/>
                <a:ea typeface="MS PGothic" pitchFamily="34" charset="-128"/>
              </a:defRPr>
            </a:lvl1pPr>
            <a:lvl2pPr marL="742950" indent="-285750" eaLnBrk="0" hangingPunct="0">
              <a:defRPr sz="2400">
                <a:solidFill>
                  <a:schemeClr val="tx1"/>
                </a:solidFill>
                <a:latin typeface="Calibri" pitchFamily="34" charset="0"/>
                <a:ea typeface="MS PGothic" pitchFamily="34" charset="-128"/>
              </a:defRPr>
            </a:lvl2pPr>
            <a:lvl3pPr marL="1143000" indent="-228600" eaLnBrk="0" hangingPunct="0">
              <a:defRPr sz="2400">
                <a:solidFill>
                  <a:schemeClr val="tx1"/>
                </a:solidFill>
                <a:latin typeface="Calibri" pitchFamily="34" charset="0"/>
                <a:ea typeface="MS PGothic" pitchFamily="34" charset="-128"/>
              </a:defRPr>
            </a:lvl3pPr>
            <a:lvl4pPr marL="1600200" indent="-228600" eaLnBrk="0" hangingPunct="0">
              <a:defRPr sz="2400">
                <a:solidFill>
                  <a:schemeClr val="tx1"/>
                </a:solidFill>
                <a:latin typeface="Calibri" pitchFamily="34" charset="0"/>
                <a:ea typeface="MS PGothic" pitchFamily="34" charset="-128"/>
              </a:defRPr>
            </a:lvl4pPr>
            <a:lvl5pPr marL="2057400" indent="-228600" eaLnBrk="0" hangingPunct="0">
              <a:defRPr sz="2400">
                <a:solidFill>
                  <a:schemeClr val="tx1"/>
                </a:solidFill>
                <a:latin typeface="Calibri" pitchFamily="34" charset="0"/>
                <a:ea typeface="MS PGothic" pitchFamily="34" charset="-128"/>
              </a:defRPr>
            </a:lvl5pPr>
            <a:lvl6pPr marL="2514600" indent="-228600" eaLnBrk="0" fontAlgn="base" hangingPunct="0">
              <a:spcBef>
                <a:spcPct val="0"/>
              </a:spcBef>
              <a:spcAft>
                <a:spcPct val="0"/>
              </a:spcAft>
              <a:defRPr sz="2400">
                <a:solidFill>
                  <a:schemeClr val="tx1"/>
                </a:solidFill>
                <a:latin typeface="Calibri" pitchFamily="34" charset="0"/>
                <a:ea typeface="MS PGothic" pitchFamily="34" charset="-128"/>
              </a:defRPr>
            </a:lvl6pPr>
            <a:lvl7pPr marL="2971800" indent="-228600" eaLnBrk="0" fontAlgn="base" hangingPunct="0">
              <a:spcBef>
                <a:spcPct val="0"/>
              </a:spcBef>
              <a:spcAft>
                <a:spcPct val="0"/>
              </a:spcAft>
              <a:defRPr sz="2400">
                <a:solidFill>
                  <a:schemeClr val="tx1"/>
                </a:solidFill>
                <a:latin typeface="Calibri" pitchFamily="34" charset="0"/>
                <a:ea typeface="MS PGothic" pitchFamily="34" charset="-128"/>
              </a:defRPr>
            </a:lvl7pPr>
            <a:lvl8pPr marL="3429000" indent="-228600" eaLnBrk="0" fontAlgn="base" hangingPunct="0">
              <a:spcBef>
                <a:spcPct val="0"/>
              </a:spcBef>
              <a:spcAft>
                <a:spcPct val="0"/>
              </a:spcAft>
              <a:defRPr sz="2400">
                <a:solidFill>
                  <a:schemeClr val="tx1"/>
                </a:solidFill>
                <a:latin typeface="Calibri" pitchFamily="34" charset="0"/>
                <a:ea typeface="MS PGothic" pitchFamily="34" charset="-128"/>
              </a:defRPr>
            </a:lvl8pPr>
            <a:lvl9pPr marL="3886200" indent="-228600" eaLnBrk="0" fontAlgn="base" hangingPunct="0">
              <a:spcBef>
                <a:spcPct val="0"/>
              </a:spcBef>
              <a:spcAft>
                <a:spcPct val="0"/>
              </a:spcAft>
              <a:defRPr sz="2400">
                <a:solidFill>
                  <a:schemeClr val="tx1"/>
                </a:solidFill>
                <a:latin typeface="Calibri" pitchFamily="34" charset="0"/>
                <a:ea typeface="MS PGothic" pitchFamily="34" charset="-128"/>
              </a:defRPr>
            </a:lvl9pPr>
          </a:lstStyle>
          <a:p>
            <a:pPr eaLnBrk="1" fontAlgn="base" hangingPunct="1">
              <a:spcBef>
                <a:spcPct val="0"/>
              </a:spcBef>
              <a:spcAft>
                <a:spcPct val="0"/>
              </a:spcAft>
              <a:defRPr/>
            </a:pPr>
            <a:r>
              <a:rPr lang="en-US" altLang="en-US" sz="3200" b="1" smtClean="0">
                <a:solidFill>
                  <a:srgbClr val="000000"/>
                </a:solidFill>
              </a:rPr>
              <a:t>Permutation – No Repetition</a:t>
            </a:r>
          </a:p>
        </p:txBody>
      </p:sp>
    </p:spTree>
    <p:extLst>
      <p:ext uri="{BB962C8B-B14F-4D97-AF65-F5344CB8AC3E}">
        <p14:creationId xmlns:p14="http://schemas.microsoft.com/office/powerpoint/2010/main" val="46252515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Content Placeholder 2"/>
          <p:cNvSpPr>
            <a:spLocks noGrp="1"/>
          </p:cNvSpPr>
          <p:nvPr>
            <p:ph idx="1"/>
          </p:nvPr>
        </p:nvSpPr>
        <p:spPr>
          <a:xfrm>
            <a:off x="395288" y="1052513"/>
            <a:ext cx="8229600" cy="4525962"/>
          </a:xfrm>
        </p:spPr>
        <p:txBody>
          <a:bodyPr/>
          <a:lstStyle/>
          <a:p>
            <a:r>
              <a:rPr lang="en-US" altLang="en-US" smtClean="0"/>
              <a:t>So, your first choice would have 16 possibilities, and your next choice would then have 15 possibilities, then 14, 13, etc. </a:t>
            </a:r>
          </a:p>
          <a:p>
            <a:r>
              <a:rPr lang="en-US" altLang="en-US" smtClean="0"/>
              <a:t>And the total permutations would be:</a:t>
            </a:r>
          </a:p>
          <a:p>
            <a:pPr algn="ctr">
              <a:buFont typeface="Arial" pitchFamily="34" charset="0"/>
              <a:buNone/>
            </a:pPr>
            <a:r>
              <a:rPr lang="en-US" altLang="en-US" b="1" smtClean="0"/>
              <a:t>16 × 15 × 14 × 13 × ... = 20,922,789,888,000</a:t>
            </a:r>
            <a:endParaRPr lang="en-US" altLang="en-US" smtClean="0"/>
          </a:p>
          <a:p>
            <a:endParaRPr lang="en-US" altLang="en-US" smtClean="0"/>
          </a:p>
        </p:txBody>
      </p:sp>
      <p:sp>
        <p:nvSpPr>
          <p:cNvPr id="57347" name="Slide Number Placeholder 3"/>
          <p:cNvSpPr>
            <a:spLocks noGrp="1"/>
          </p:cNvSpPr>
          <p:nvPr>
            <p:ph type="sldNum" sz="quarter" idx="12"/>
          </p:nvPr>
        </p:nvSpPr>
        <p:spPr bwMode="auto">
          <a:xfrm>
            <a:off x="3124200" y="6356350"/>
            <a:ext cx="2895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Arial" pitchFamily="34" charset="0"/>
              <a:buChar char="•"/>
              <a:defRPr sz="3200">
                <a:solidFill>
                  <a:schemeClr val="tx1"/>
                </a:solidFill>
                <a:latin typeface="Calibri" pitchFamily="34" charset="0"/>
                <a:ea typeface="ＭＳ Ｐゴシック" pitchFamily="34" charset="-128"/>
              </a:defRPr>
            </a:lvl1pPr>
            <a:lvl2pPr marL="742950" indent="-285750" eaLnBrk="0" hangingPunct="0">
              <a:spcBef>
                <a:spcPct val="20000"/>
              </a:spcBef>
              <a:buFont typeface="Arial" pitchFamily="34" charset="0"/>
              <a:buChar char="–"/>
              <a:defRPr sz="2800">
                <a:solidFill>
                  <a:schemeClr val="tx1"/>
                </a:solidFill>
                <a:latin typeface="Calibri" pitchFamily="34" charset="0"/>
                <a:ea typeface="ＭＳ Ｐゴシック" pitchFamily="34" charset="-128"/>
              </a:defRPr>
            </a:lvl2pPr>
            <a:lvl3pPr marL="1143000" indent="-228600" eaLnBrk="0" hangingPunct="0">
              <a:spcBef>
                <a:spcPct val="20000"/>
              </a:spcBef>
              <a:buFont typeface="Arial" pitchFamily="34" charset="0"/>
              <a:buChar char="•"/>
              <a:defRPr sz="2400">
                <a:solidFill>
                  <a:schemeClr val="tx1"/>
                </a:solidFill>
                <a:latin typeface="Calibri" pitchFamily="34" charset="0"/>
                <a:ea typeface="ＭＳ Ｐゴシック" pitchFamily="34" charset="-128"/>
              </a:defRPr>
            </a:lvl3pPr>
            <a:lvl4pPr marL="16002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4pPr>
            <a:lvl5pPr marL="20574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5pPr>
            <a:lvl6pPr marL="25146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6pPr>
            <a:lvl7pPr marL="29718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7pPr>
            <a:lvl8pPr marL="34290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8pPr>
            <a:lvl9pPr marL="38862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9pPr>
          </a:lstStyle>
          <a:p>
            <a:pPr algn="ctr" eaLnBrk="1" hangingPunct="1">
              <a:spcBef>
                <a:spcPct val="0"/>
              </a:spcBef>
              <a:buFontTx/>
              <a:buNone/>
            </a:pPr>
            <a:fld id="{CD40CF7C-143C-4980-B3A9-474FED4F6EFA}" type="slidenum">
              <a:rPr lang="en-US" altLang="en-US" sz="1200" smtClean="0">
                <a:solidFill>
                  <a:srgbClr val="898989"/>
                </a:solidFill>
              </a:rPr>
              <a:pPr algn="ctr" eaLnBrk="1" hangingPunct="1">
                <a:spcBef>
                  <a:spcPct val="0"/>
                </a:spcBef>
                <a:buFontTx/>
                <a:buNone/>
              </a:pPr>
              <a:t>8</a:t>
            </a:fld>
            <a:endParaRPr lang="en-US" altLang="en-US" sz="1200" smtClean="0">
              <a:solidFill>
                <a:srgbClr val="898989"/>
              </a:solidFill>
            </a:endParaRPr>
          </a:p>
        </p:txBody>
      </p:sp>
      <p:pic>
        <p:nvPicPr>
          <p:cNvPr id="5734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24075" y="4868863"/>
            <a:ext cx="5143500"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0412710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Content Placeholder 2"/>
          <p:cNvSpPr>
            <a:spLocks noGrp="1"/>
          </p:cNvSpPr>
          <p:nvPr>
            <p:ph idx="1"/>
          </p:nvPr>
        </p:nvSpPr>
        <p:spPr>
          <a:xfrm>
            <a:off x="468313" y="1268413"/>
            <a:ext cx="8229600" cy="4525962"/>
          </a:xfrm>
        </p:spPr>
        <p:txBody>
          <a:bodyPr/>
          <a:lstStyle/>
          <a:p>
            <a:r>
              <a:rPr lang="en-US" altLang="en-US" smtClean="0"/>
              <a:t>But maybe you don't want to choose them all, just 3 of them, so that would be only:</a:t>
            </a:r>
          </a:p>
          <a:p>
            <a:pPr algn="ctr">
              <a:buFont typeface="Arial" pitchFamily="34" charset="0"/>
              <a:buNone/>
            </a:pPr>
            <a:r>
              <a:rPr lang="en-US" altLang="en-US" b="1" smtClean="0"/>
              <a:t>16 × 15 × 14 = 3,360</a:t>
            </a:r>
            <a:endParaRPr lang="en-US" altLang="en-US" smtClean="0"/>
          </a:p>
          <a:p>
            <a:r>
              <a:rPr lang="en-US" altLang="en-US" smtClean="0"/>
              <a:t>In other words, there are 3,360 different ways that 3 pool balls could be selected out of 16 balls.</a:t>
            </a:r>
          </a:p>
        </p:txBody>
      </p:sp>
      <p:sp>
        <p:nvSpPr>
          <p:cNvPr id="58371" name="Slide Number Placeholder 3"/>
          <p:cNvSpPr>
            <a:spLocks noGrp="1"/>
          </p:cNvSpPr>
          <p:nvPr>
            <p:ph type="sldNum" sz="quarter" idx="12"/>
          </p:nvPr>
        </p:nvSpPr>
        <p:spPr bwMode="auto">
          <a:xfrm>
            <a:off x="3124200" y="6356350"/>
            <a:ext cx="2895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Arial" pitchFamily="34" charset="0"/>
              <a:buChar char="•"/>
              <a:defRPr sz="3200">
                <a:solidFill>
                  <a:schemeClr val="tx1"/>
                </a:solidFill>
                <a:latin typeface="Calibri" pitchFamily="34" charset="0"/>
                <a:ea typeface="ＭＳ Ｐゴシック" pitchFamily="34" charset="-128"/>
              </a:defRPr>
            </a:lvl1pPr>
            <a:lvl2pPr marL="742950" indent="-285750" eaLnBrk="0" hangingPunct="0">
              <a:spcBef>
                <a:spcPct val="20000"/>
              </a:spcBef>
              <a:buFont typeface="Arial" pitchFamily="34" charset="0"/>
              <a:buChar char="–"/>
              <a:defRPr sz="2800">
                <a:solidFill>
                  <a:schemeClr val="tx1"/>
                </a:solidFill>
                <a:latin typeface="Calibri" pitchFamily="34" charset="0"/>
                <a:ea typeface="ＭＳ Ｐゴシック" pitchFamily="34" charset="-128"/>
              </a:defRPr>
            </a:lvl2pPr>
            <a:lvl3pPr marL="1143000" indent="-228600" eaLnBrk="0" hangingPunct="0">
              <a:spcBef>
                <a:spcPct val="20000"/>
              </a:spcBef>
              <a:buFont typeface="Arial" pitchFamily="34" charset="0"/>
              <a:buChar char="•"/>
              <a:defRPr sz="2400">
                <a:solidFill>
                  <a:schemeClr val="tx1"/>
                </a:solidFill>
                <a:latin typeface="Calibri" pitchFamily="34" charset="0"/>
                <a:ea typeface="ＭＳ Ｐゴシック" pitchFamily="34" charset="-128"/>
              </a:defRPr>
            </a:lvl3pPr>
            <a:lvl4pPr marL="16002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4pPr>
            <a:lvl5pPr marL="20574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5pPr>
            <a:lvl6pPr marL="25146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6pPr>
            <a:lvl7pPr marL="29718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7pPr>
            <a:lvl8pPr marL="34290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8pPr>
            <a:lvl9pPr marL="38862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9pPr>
          </a:lstStyle>
          <a:p>
            <a:pPr algn="ctr" eaLnBrk="1" hangingPunct="1">
              <a:spcBef>
                <a:spcPct val="0"/>
              </a:spcBef>
              <a:buFontTx/>
              <a:buNone/>
            </a:pPr>
            <a:fld id="{E606382E-A3F7-4B36-9F5D-3CEA5ADD95E7}" type="slidenum">
              <a:rPr lang="en-US" altLang="en-US" sz="1200" smtClean="0">
                <a:solidFill>
                  <a:srgbClr val="898989"/>
                </a:solidFill>
              </a:rPr>
              <a:pPr algn="ctr" eaLnBrk="1" hangingPunct="1">
                <a:spcBef>
                  <a:spcPct val="0"/>
                </a:spcBef>
                <a:buFontTx/>
                <a:buNone/>
              </a:pPr>
              <a:t>9</a:t>
            </a:fld>
            <a:endParaRPr lang="en-US" altLang="en-US" sz="1200" smtClean="0">
              <a:solidFill>
                <a:srgbClr val="898989"/>
              </a:solidFill>
            </a:endParaRPr>
          </a:p>
        </p:txBody>
      </p:sp>
      <p:pic>
        <p:nvPicPr>
          <p:cNvPr id="5837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8175" y="4652963"/>
            <a:ext cx="5143500"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76050155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Content Placeholder 2"/>
          <p:cNvSpPr>
            <a:spLocks noGrp="1"/>
          </p:cNvSpPr>
          <p:nvPr>
            <p:ph idx="1"/>
          </p:nvPr>
        </p:nvSpPr>
        <p:spPr>
          <a:xfrm>
            <a:off x="395288" y="1341438"/>
            <a:ext cx="8229600" cy="4519612"/>
          </a:xfrm>
        </p:spPr>
        <p:txBody>
          <a:bodyPr/>
          <a:lstStyle/>
          <a:p>
            <a:r>
              <a:rPr lang="en-US" altLang="en-US" smtClean="0"/>
              <a:t>But how do we write that mathematically? </a:t>
            </a:r>
          </a:p>
          <a:p>
            <a:r>
              <a:rPr lang="en-US" altLang="en-US" smtClean="0"/>
              <a:t>Answer: we use the "</a:t>
            </a:r>
            <a:r>
              <a:rPr lang="en-US" altLang="en-US" smtClean="0">
                <a:hlinkClick r:id="rId2"/>
              </a:rPr>
              <a:t>factorial function</a:t>
            </a:r>
            <a:r>
              <a:rPr lang="en-US" altLang="en-US" smtClean="0"/>
              <a:t>“</a:t>
            </a:r>
          </a:p>
          <a:p>
            <a:r>
              <a:rPr lang="en-US" altLang="en-US" smtClean="0"/>
              <a:t>The </a:t>
            </a:r>
            <a:r>
              <a:rPr lang="en-US" altLang="en-US" b="1" smtClean="0"/>
              <a:t>factorial function</a:t>
            </a:r>
            <a:r>
              <a:rPr lang="en-US" altLang="en-US" smtClean="0"/>
              <a:t> (symbol: </a:t>
            </a:r>
            <a:r>
              <a:rPr lang="en-US" altLang="en-US" b="1" smtClean="0"/>
              <a:t>!</a:t>
            </a:r>
            <a:r>
              <a:rPr lang="en-US" altLang="en-US" smtClean="0"/>
              <a:t>) just means to multiply a series of </a:t>
            </a:r>
            <a:r>
              <a:rPr lang="en-US" altLang="en-US" b="1" smtClean="0">
                <a:solidFill>
                  <a:srgbClr val="FF0000"/>
                </a:solidFill>
              </a:rPr>
              <a:t>descending</a:t>
            </a:r>
            <a:r>
              <a:rPr lang="en-US" altLang="en-US" smtClean="0"/>
              <a:t> natural numbers. Examples:</a:t>
            </a:r>
          </a:p>
          <a:p>
            <a:pPr lvl="1">
              <a:buFont typeface="Wingdings" pitchFamily="2" charset="2"/>
              <a:buChar char="Ø"/>
            </a:pPr>
            <a:r>
              <a:rPr lang="en-US" altLang="en-US" smtClean="0"/>
              <a:t> 4! = 4 × 3 × 2 × 1 = 24</a:t>
            </a:r>
          </a:p>
          <a:p>
            <a:pPr lvl="1">
              <a:buFont typeface="Wingdings" pitchFamily="2" charset="2"/>
              <a:buChar char="Ø"/>
            </a:pPr>
            <a:r>
              <a:rPr lang="en-US" altLang="en-US" smtClean="0"/>
              <a:t> 7! = 7 × 6 × 5 × 4 × 3 × 2 × 1 = 5,040</a:t>
            </a:r>
          </a:p>
          <a:p>
            <a:pPr lvl="1">
              <a:buFont typeface="Wingdings" pitchFamily="2" charset="2"/>
              <a:buChar char="Ø"/>
            </a:pPr>
            <a:r>
              <a:rPr lang="en-US" altLang="en-US" smtClean="0"/>
              <a:t> 1! = 1</a:t>
            </a:r>
          </a:p>
          <a:p>
            <a:endParaRPr lang="en-US" altLang="en-US" smtClean="0"/>
          </a:p>
        </p:txBody>
      </p:sp>
      <p:sp>
        <p:nvSpPr>
          <p:cNvPr id="59395" name="Slide Number Placeholder 3"/>
          <p:cNvSpPr>
            <a:spLocks noGrp="1"/>
          </p:cNvSpPr>
          <p:nvPr>
            <p:ph type="sldNum" sz="quarter" idx="12"/>
          </p:nvPr>
        </p:nvSpPr>
        <p:spPr bwMode="auto">
          <a:xfrm>
            <a:off x="3124200" y="6356350"/>
            <a:ext cx="2895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Arial" pitchFamily="34" charset="0"/>
              <a:buChar char="•"/>
              <a:defRPr sz="3200">
                <a:solidFill>
                  <a:schemeClr val="tx1"/>
                </a:solidFill>
                <a:latin typeface="Calibri" pitchFamily="34" charset="0"/>
                <a:ea typeface="ＭＳ Ｐゴシック" pitchFamily="34" charset="-128"/>
              </a:defRPr>
            </a:lvl1pPr>
            <a:lvl2pPr marL="742950" indent="-285750" eaLnBrk="0" hangingPunct="0">
              <a:spcBef>
                <a:spcPct val="20000"/>
              </a:spcBef>
              <a:buFont typeface="Arial" pitchFamily="34" charset="0"/>
              <a:buChar char="–"/>
              <a:defRPr sz="2800">
                <a:solidFill>
                  <a:schemeClr val="tx1"/>
                </a:solidFill>
                <a:latin typeface="Calibri" pitchFamily="34" charset="0"/>
                <a:ea typeface="ＭＳ Ｐゴシック" pitchFamily="34" charset="-128"/>
              </a:defRPr>
            </a:lvl2pPr>
            <a:lvl3pPr marL="1143000" indent="-228600" eaLnBrk="0" hangingPunct="0">
              <a:spcBef>
                <a:spcPct val="20000"/>
              </a:spcBef>
              <a:buFont typeface="Arial" pitchFamily="34" charset="0"/>
              <a:buChar char="•"/>
              <a:defRPr sz="2400">
                <a:solidFill>
                  <a:schemeClr val="tx1"/>
                </a:solidFill>
                <a:latin typeface="Calibri" pitchFamily="34" charset="0"/>
                <a:ea typeface="ＭＳ Ｐゴシック" pitchFamily="34" charset="-128"/>
              </a:defRPr>
            </a:lvl3pPr>
            <a:lvl4pPr marL="16002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4pPr>
            <a:lvl5pPr marL="20574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5pPr>
            <a:lvl6pPr marL="25146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6pPr>
            <a:lvl7pPr marL="29718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7pPr>
            <a:lvl8pPr marL="34290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8pPr>
            <a:lvl9pPr marL="38862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9pPr>
          </a:lstStyle>
          <a:p>
            <a:pPr algn="ctr" eaLnBrk="1" hangingPunct="1">
              <a:spcBef>
                <a:spcPct val="0"/>
              </a:spcBef>
              <a:buFontTx/>
              <a:buNone/>
            </a:pPr>
            <a:fld id="{08BEEBC8-8793-4B66-AD1D-62973F178FCF}" type="slidenum">
              <a:rPr lang="en-US" altLang="en-US" sz="1200" smtClean="0">
                <a:solidFill>
                  <a:srgbClr val="898989"/>
                </a:solidFill>
              </a:rPr>
              <a:pPr algn="ctr" eaLnBrk="1" hangingPunct="1">
                <a:spcBef>
                  <a:spcPct val="0"/>
                </a:spcBef>
                <a:buFontTx/>
                <a:buNone/>
              </a:pPr>
              <a:t>10</a:t>
            </a:fld>
            <a:endParaRPr lang="en-US" altLang="en-US" sz="1200" smtClean="0">
              <a:solidFill>
                <a:srgbClr val="898989"/>
              </a:solidFill>
            </a:endParaRPr>
          </a:p>
        </p:txBody>
      </p:sp>
    </p:spTree>
    <p:extLst>
      <p:ext uri="{BB962C8B-B14F-4D97-AF65-F5344CB8AC3E}">
        <p14:creationId xmlns:p14="http://schemas.microsoft.com/office/powerpoint/2010/main" val="306697804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Content Placeholder 2"/>
          <p:cNvSpPr>
            <a:spLocks noGrp="1"/>
          </p:cNvSpPr>
          <p:nvPr>
            <p:ph idx="1"/>
          </p:nvPr>
        </p:nvSpPr>
        <p:spPr>
          <a:xfrm>
            <a:off x="468313" y="1412875"/>
            <a:ext cx="8229600" cy="4519613"/>
          </a:xfrm>
        </p:spPr>
        <p:txBody>
          <a:bodyPr/>
          <a:lstStyle/>
          <a:p>
            <a:r>
              <a:rPr lang="en-US" altLang="en-US" smtClean="0"/>
              <a:t>So, if you wanted to select </a:t>
            </a:r>
            <a:r>
              <a:rPr lang="en-US" altLang="en-US" b="1" smtClean="0"/>
              <a:t>all</a:t>
            </a:r>
            <a:r>
              <a:rPr lang="en-US" altLang="en-US" smtClean="0"/>
              <a:t> of the billiard balls, the permutations would be:</a:t>
            </a:r>
          </a:p>
          <a:p>
            <a:pPr algn="ctr">
              <a:buFont typeface="Arial" pitchFamily="34" charset="0"/>
              <a:buNone/>
            </a:pPr>
            <a:r>
              <a:rPr lang="en-US" altLang="en-US" b="1" smtClean="0"/>
              <a:t>16! = 20,922,789,888,000</a:t>
            </a:r>
            <a:endParaRPr lang="en-US" altLang="en-US" smtClean="0"/>
          </a:p>
          <a:p>
            <a:pPr>
              <a:buFont typeface="Arial" pitchFamily="34" charset="0"/>
              <a:buNone/>
            </a:pPr>
            <a:endParaRPr lang="en-US" altLang="en-US" smtClean="0"/>
          </a:p>
        </p:txBody>
      </p:sp>
      <p:sp>
        <p:nvSpPr>
          <p:cNvPr id="60419" name="Slide Number Placeholder 3"/>
          <p:cNvSpPr>
            <a:spLocks noGrp="1"/>
          </p:cNvSpPr>
          <p:nvPr>
            <p:ph type="sldNum" sz="quarter" idx="12"/>
          </p:nvPr>
        </p:nvSpPr>
        <p:spPr bwMode="auto">
          <a:xfrm>
            <a:off x="3124200" y="6356350"/>
            <a:ext cx="2895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Arial" pitchFamily="34" charset="0"/>
              <a:buChar char="•"/>
              <a:defRPr sz="3200">
                <a:solidFill>
                  <a:schemeClr val="tx1"/>
                </a:solidFill>
                <a:latin typeface="Calibri" pitchFamily="34" charset="0"/>
                <a:ea typeface="ＭＳ Ｐゴシック" pitchFamily="34" charset="-128"/>
              </a:defRPr>
            </a:lvl1pPr>
            <a:lvl2pPr marL="742950" indent="-285750" eaLnBrk="0" hangingPunct="0">
              <a:spcBef>
                <a:spcPct val="20000"/>
              </a:spcBef>
              <a:buFont typeface="Arial" pitchFamily="34" charset="0"/>
              <a:buChar char="–"/>
              <a:defRPr sz="2800">
                <a:solidFill>
                  <a:schemeClr val="tx1"/>
                </a:solidFill>
                <a:latin typeface="Calibri" pitchFamily="34" charset="0"/>
                <a:ea typeface="ＭＳ Ｐゴシック" pitchFamily="34" charset="-128"/>
              </a:defRPr>
            </a:lvl2pPr>
            <a:lvl3pPr marL="1143000" indent="-228600" eaLnBrk="0" hangingPunct="0">
              <a:spcBef>
                <a:spcPct val="20000"/>
              </a:spcBef>
              <a:buFont typeface="Arial" pitchFamily="34" charset="0"/>
              <a:buChar char="•"/>
              <a:defRPr sz="2400">
                <a:solidFill>
                  <a:schemeClr val="tx1"/>
                </a:solidFill>
                <a:latin typeface="Calibri" pitchFamily="34" charset="0"/>
                <a:ea typeface="ＭＳ Ｐゴシック" pitchFamily="34" charset="-128"/>
              </a:defRPr>
            </a:lvl3pPr>
            <a:lvl4pPr marL="16002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4pPr>
            <a:lvl5pPr marL="20574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5pPr>
            <a:lvl6pPr marL="25146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6pPr>
            <a:lvl7pPr marL="29718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7pPr>
            <a:lvl8pPr marL="34290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8pPr>
            <a:lvl9pPr marL="38862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9pPr>
          </a:lstStyle>
          <a:p>
            <a:pPr algn="ctr" eaLnBrk="1" hangingPunct="1">
              <a:spcBef>
                <a:spcPct val="0"/>
              </a:spcBef>
              <a:buFontTx/>
              <a:buNone/>
            </a:pPr>
            <a:fld id="{E5B49EE6-9258-47FB-A794-4F0DCB363ADA}" type="slidenum">
              <a:rPr lang="en-US" altLang="en-US" sz="1200" smtClean="0">
                <a:solidFill>
                  <a:srgbClr val="898989"/>
                </a:solidFill>
              </a:rPr>
              <a:pPr algn="ctr" eaLnBrk="1" hangingPunct="1">
                <a:spcBef>
                  <a:spcPct val="0"/>
                </a:spcBef>
                <a:buFontTx/>
                <a:buNone/>
              </a:pPr>
              <a:t>11</a:t>
            </a:fld>
            <a:endParaRPr lang="en-US" altLang="en-US" sz="1200" smtClean="0">
              <a:solidFill>
                <a:srgbClr val="898989"/>
              </a:solidFill>
            </a:endParaRPr>
          </a:p>
        </p:txBody>
      </p:sp>
      <p:pic>
        <p:nvPicPr>
          <p:cNvPr id="6042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28813" y="4214813"/>
            <a:ext cx="5143500"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7526766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defRPr/>
            </a:pPr>
            <a:r>
              <a:rPr lang="en-AU" dirty="0" smtClean="0">
                <a:ea typeface="MS PGothic" pitchFamily="34" charset="-128"/>
              </a:rPr>
              <a:t>A permutation of n distinct elements </a:t>
            </a:r>
            <a:r>
              <a:rPr lang="en-AU" i="1" dirty="0" smtClean="0">
                <a:ea typeface="MS PGothic" pitchFamily="34" charset="-128"/>
              </a:rPr>
              <a:t>x</a:t>
            </a:r>
            <a:r>
              <a:rPr lang="en-AU" i="1" baseline="-25000" dirty="0" smtClean="0">
                <a:ea typeface="MS PGothic" pitchFamily="34" charset="-128"/>
              </a:rPr>
              <a:t>1</a:t>
            </a:r>
            <a:r>
              <a:rPr lang="en-AU" i="1" dirty="0" smtClean="0">
                <a:ea typeface="MS PGothic" pitchFamily="34" charset="-128"/>
              </a:rPr>
              <a:t>, …, </a:t>
            </a:r>
            <a:r>
              <a:rPr lang="en-AU" i="1" dirty="0" err="1" smtClean="0">
                <a:ea typeface="MS PGothic" pitchFamily="34" charset="-128"/>
              </a:rPr>
              <a:t>x</a:t>
            </a:r>
            <a:r>
              <a:rPr lang="en-AU" i="1" baseline="-25000" dirty="0" err="1" smtClean="0">
                <a:ea typeface="MS PGothic" pitchFamily="34" charset="-128"/>
              </a:rPr>
              <a:t>n</a:t>
            </a:r>
            <a:r>
              <a:rPr lang="en-AU" i="1" dirty="0" smtClean="0">
                <a:ea typeface="MS PGothic" pitchFamily="34" charset="-128"/>
              </a:rPr>
              <a:t> </a:t>
            </a:r>
            <a:r>
              <a:rPr lang="en-AU" dirty="0" smtClean="0">
                <a:ea typeface="MS PGothic" pitchFamily="34" charset="-128"/>
              </a:rPr>
              <a:t>is an ordering of the n elements </a:t>
            </a:r>
            <a:r>
              <a:rPr lang="en-AU" i="1" dirty="0" smtClean="0">
                <a:ea typeface="MS PGothic" pitchFamily="34" charset="-128"/>
              </a:rPr>
              <a:t>x</a:t>
            </a:r>
            <a:r>
              <a:rPr lang="en-AU" i="1" baseline="-25000" dirty="0" smtClean="0">
                <a:ea typeface="MS PGothic" pitchFamily="34" charset="-128"/>
              </a:rPr>
              <a:t>1</a:t>
            </a:r>
            <a:r>
              <a:rPr lang="en-AU" i="1" dirty="0" smtClean="0">
                <a:ea typeface="MS PGothic" pitchFamily="34" charset="-128"/>
              </a:rPr>
              <a:t>,..x</a:t>
            </a:r>
            <a:r>
              <a:rPr lang="en-AU" i="1" baseline="-25000" dirty="0" smtClean="0">
                <a:ea typeface="MS PGothic" pitchFamily="34" charset="-128"/>
              </a:rPr>
              <a:t>n</a:t>
            </a:r>
            <a:r>
              <a:rPr lang="en-AU" dirty="0" smtClean="0">
                <a:ea typeface="MS PGothic" pitchFamily="34" charset="-128"/>
              </a:rPr>
              <a:t>,</a:t>
            </a:r>
          </a:p>
          <a:p>
            <a:pPr>
              <a:defRPr/>
            </a:pPr>
            <a:r>
              <a:rPr lang="en-AU" dirty="0" smtClean="0">
                <a:ea typeface="MS PGothic" pitchFamily="34" charset="-128"/>
              </a:rPr>
              <a:t>There are </a:t>
            </a:r>
            <a:r>
              <a:rPr lang="en-AU" i="1" dirty="0" smtClean="0">
                <a:ea typeface="MS PGothic" pitchFamily="34" charset="-128"/>
              </a:rPr>
              <a:t>n!</a:t>
            </a:r>
            <a:r>
              <a:rPr lang="en-AU" dirty="0" smtClean="0">
                <a:ea typeface="MS PGothic" pitchFamily="34" charset="-128"/>
              </a:rPr>
              <a:t> permutations of n elements </a:t>
            </a:r>
          </a:p>
          <a:p>
            <a:pPr marL="0" indent="0">
              <a:buFont typeface="Arial" pitchFamily="34" charset="0"/>
              <a:buNone/>
              <a:defRPr/>
            </a:pPr>
            <a:r>
              <a:rPr lang="en-AU" dirty="0">
                <a:ea typeface="MS PGothic" pitchFamily="34" charset="-128"/>
              </a:rPr>
              <a:t>	</a:t>
            </a:r>
            <a:r>
              <a:rPr lang="en-AU" i="1" dirty="0" smtClean="0">
                <a:ea typeface="MS PGothic" pitchFamily="34" charset="-128"/>
              </a:rPr>
              <a:t>p(n) = n!</a:t>
            </a:r>
          </a:p>
          <a:p>
            <a:pPr marL="0" indent="0">
              <a:buFont typeface="Arial" pitchFamily="34" charset="0"/>
              <a:buNone/>
              <a:defRPr/>
            </a:pPr>
            <a:r>
              <a:rPr lang="en-AU" dirty="0">
                <a:ea typeface="MS PGothic" pitchFamily="34" charset="-128"/>
              </a:rPr>
              <a:t>	 </a:t>
            </a:r>
            <a:r>
              <a:rPr lang="en-AU" dirty="0" smtClean="0">
                <a:ea typeface="MS PGothic" pitchFamily="34" charset="-128"/>
              </a:rPr>
              <a:t>       = n.(n-1).(n-2)…2.1</a:t>
            </a:r>
            <a:endParaRPr lang="en-AU" dirty="0">
              <a:ea typeface="MS PGothic" pitchFamily="34" charset="-128"/>
            </a:endParaRPr>
          </a:p>
        </p:txBody>
      </p:sp>
    </p:spTree>
    <p:extLst>
      <p:ext uri="{BB962C8B-B14F-4D97-AF65-F5344CB8AC3E}">
        <p14:creationId xmlns:p14="http://schemas.microsoft.com/office/powerpoint/2010/main" val="29563681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Title 1"/>
          <p:cNvSpPr>
            <a:spLocks noGrp="1"/>
          </p:cNvSpPr>
          <p:nvPr>
            <p:ph type="title"/>
          </p:nvPr>
        </p:nvSpPr>
        <p:spPr/>
        <p:txBody>
          <a:bodyPr/>
          <a:lstStyle/>
          <a:p>
            <a:r>
              <a:rPr lang="en-AU" altLang="en-US" smtClean="0"/>
              <a:t>Example 1</a:t>
            </a:r>
          </a:p>
        </p:txBody>
      </p:sp>
      <p:sp>
        <p:nvSpPr>
          <p:cNvPr id="3" name="Content Placeholder 2"/>
          <p:cNvSpPr>
            <a:spLocks noGrp="1"/>
          </p:cNvSpPr>
          <p:nvPr>
            <p:ph idx="1"/>
          </p:nvPr>
        </p:nvSpPr>
        <p:spPr/>
        <p:txBody>
          <a:bodyPr/>
          <a:lstStyle/>
          <a:p>
            <a:pPr>
              <a:defRPr/>
            </a:pPr>
            <a:r>
              <a:rPr lang="en-AU" dirty="0" smtClean="0">
                <a:ea typeface="MS PGothic" pitchFamily="34" charset="-128"/>
              </a:rPr>
              <a:t>There are 6 permutations of three elements</a:t>
            </a:r>
          </a:p>
          <a:p>
            <a:pPr marL="0" indent="0">
              <a:buFont typeface="Arial" pitchFamily="34" charset="0"/>
              <a:buNone/>
              <a:defRPr/>
            </a:pPr>
            <a:endParaRPr lang="en-AU" dirty="0" smtClean="0">
              <a:ea typeface="MS PGothic" pitchFamily="34" charset="-128"/>
            </a:endParaRPr>
          </a:p>
          <a:p>
            <a:pPr>
              <a:defRPr/>
            </a:pPr>
            <a:r>
              <a:rPr lang="en-AU" dirty="0" smtClean="0">
                <a:ea typeface="MS PGothic" pitchFamily="34" charset="-128"/>
              </a:rPr>
              <a:t>If the elements are denoted A, B, C, the six permutations are</a:t>
            </a:r>
          </a:p>
          <a:p>
            <a:pPr lvl="1">
              <a:defRPr/>
            </a:pPr>
            <a:r>
              <a:rPr lang="en-AU" dirty="0" smtClean="0">
                <a:ea typeface="MS PGothic" pitchFamily="34" charset="-128"/>
              </a:rPr>
              <a:t>ABC, ACB, BAC, BCA, CAB, CBA</a:t>
            </a:r>
          </a:p>
          <a:p>
            <a:pPr lvl="1">
              <a:defRPr/>
            </a:pPr>
            <a:r>
              <a:rPr lang="en-AU" dirty="0" smtClean="0">
                <a:ea typeface="MS PGothic" pitchFamily="34" charset="-128"/>
              </a:rPr>
              <a:t>3!= 3.2.1=6</a:t>
            </a:r>
            <a:endParaRPr lang="en-AU" dirty="0">
              <a:ea typeface="MS PGothic" pitchFamily="34" charset="-128"/>
            </a:endParaRPr>
          </a:p>
        </p:txBody>
      </p:sp>
    </p:spTree>
    <p:extLst>
      <p:ext uri="{BB962C8B-B14F-4D97-AF65-F5344CB8AC3E}">
        <p14:creationId xmlns:p14="http://schemas.microsoft.com/office/powerpoint/2010/main" val="19645980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Title 1"/>
          <p:cNvSpPr>
            <a:spLocks noGrp="1"/>
          </p:cNvSpPr>
          <p:nvPr>
            <p:ph type="title"/>
          </p:nvPr>
        </p:nvSpPr>
        <p:spPr/>
        <p:txBody>
          <a:bodyPr/>
          <a:lstStyle/>
          <a:p>
            <a:r>
              <a:rPr lang="en-AU" altLang="en-US" smtClean="0"/>
              <a:t>Example 2</a:t>
            </a:r>
          </a:p>
        </p:txBody>
      </p:sp>
      <p:sp>
        <p:nvSpPr>
          <p:cNvPr id="63491" name="Content Placeholder 2"/>
          <p:cNvSpPr>
            <a:spLocks noGrp="1"/>
          </p:cNvSpPr>
          <p:nvPr>
            <p:ph idx="1"/>
          </p:nvPr>
        </p:nvSpPr>
        <p:spPr/>
        <p:txBody>
          <a:bodyPr/>
          <a:lstStyle/>
          <a:p>
            <a:r>
              <a:rPr lang="en-AU" altLang="en-US" smtClean="0"/>
              <a:t>How many permutations of letters </a:t>
            </a:r>
            <a:r>
              <a:rPr lang="en-AU" altLang="en-US" i="1" smtClean="0"/>
              <a:t>ABCDEF </a:t>
            </a:r>
            <a:r>
              <a:rPr lang="en-AU" altLang="en-US" smtClean="0"/>
              <a:t>contain</a:t>
            </a:r>
          </a:p>
        </p:txBody>
      </p:sp>
    </p:spTree>
    <p:extLst>
      <p:ext uri="{BB962C8B-B14F-4D97-AF65-F5344CB8AC3E}">
        <p14:creationId xmlns:p14="http://schemas.microsoft.com/office/powerpoint/2010/main" val="20042375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Slide Number Placeholder 2"/>
          <p:cNvSpPr>
            <a:spLocks noGrp="1"/>
          </p:cNvSpPr>
          <p:nvPr>
            <p:ph type="sldNum" sz="quarter" idx="12"/>
          </p:nvPr>
        </p:nvSpPr>
        <p:spPr bwMode="auto">
          <a:xfrm>
            <a:off x="3124200" y="6519863"/>
            <a:ext cx="2895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Arial" pitchFamily="34" charset="0"/>
              <a:buChar char="•"/>
              <a:defRPr sz="3200">
                <a:solidFill>
                  <a:schemeClr val="tx1"/>
                </a:solidFill>
                <a:latin typeface="Calibri" pitchFamily="34" charset="0"/>
                <a:ea typeface="ＭＳ Ｐゴシック" pitchFamily="34" charset="-128"/>
              </a:defRPr>
            </a:lvl1pPr>
            <a:lvl2pPr marL="742950" indent="-285750" eaLnBrk="0" hangingPunct="0">
              <a:spcBef>
                <a:spcPct val="20000"/>
              </a:spcBef>
              <a:buFont typeface="Arial" pitchFamily="34" charset="0"/>
              <a:buChar char="–"/>
              <a:defRPr sz="2800">
                <a:solidFill>
                  <a:schemeClr val="tx1"/>
                </a:solidFill>
                <a:latin typeface="Calibri" pitchFamily="34" charset="0"/>
                <a:ea typeface="ＭＳ Ｐゴシック" pitchFamily="34" charset="-128"/>
              </a:defRPr>
            </a:lvl2pPr>
            <a:lvl3pPr marL="1143000" indent="-228600" eaLnBrk="0" hangingPunct="0">
              <a:spcBef>
                <a:spcPct val="20000"/>
              </a:spcBef>
              <a:buFont typeface="Arial" pitchFamily="34" charset="0"/>
              <a:buChar char="•"/>
              <a:defRPr sz="2400">
                <a:solidFill>
                  <a:schemeClr val="tx1"/>
                </a:solidFill>
                <a:latin typeface="Calibri" pitchFamily="34" charset="0"/>
                <a:ea typeface="ＭＳ Ｐゴシック" pitchFamily="34" charset="-128"/>
              </a:defRPr>
            </a:lvl3pPr>
            <a:lvl4pPr marL="16002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4pPr>
            <a:lvl5pPr marL="20574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5pPr>
            <a:lvl6pPr marL="25146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6pPr>
            <a:lvl7pPr marL="29718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7pPr>
            <a:lvl8pPr marL="34290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8pPr>
            <a:lvl9pPr marL="38862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9pPr>
          </a:lstStyle>
          <a:p>
            <a:pPr algn="ctr" eaLnBrk="1" hangingPunct="1">
              <a:spcBef>
                <a:spcPct val="0"/>
              </a:spcBef>
              <a:buFontTx/>
              <a:buNone/>
            </a:pPr>
            <a:fld id="{4167686E-F76C-4FEF-8912-301EB17244D6}" type="slidenum">
              <a:rPr lang="en-US" altLang="en-US" sz="1200" smtClean="0">
                <a:solidFill>
                  <a:srgbClr val="898989"/>
                </a:solidFill>
              </a:rPr>
              <a:pPr algn="ctr" eaLnBrk="1" hangingPunct="1">
                <a:spcBef>
                  <a:spcPct val="0"/>
                </a:spcBef>
                <a:buFontTx/>
                <a:buNone/>
              </a:pPr>
              <a:t>15</a:t>
            </a:fld>
            <a:endParaRPr lang="en-US" altLang="en-US" sz="1200" smtClean="0">
              <a:solidFill>
                <a:srgbClr val="898989"/>
              </a:solidFill>
            </a:endParaRPr>
          </a:p>
        </p:txBody>
      </p:sp>
      <p:sp>
        <p:nvSpPr>
          <p:cNvPr id="4" name="Rectangle 3"/>
          <p:cNvSpPr/>
          <p:nvPr/>
        </p:nvSpPr>
        <p:spPr>
          <a:xfrm>
            <a:off x="3879967" y="188640"/>
            <a:ext cx="2376522" cy="707886"/>
          </a:xfrm>
          <a:prstGeom prst="rect">
            <a:avLst/>
          </a:prstGeom>
          <a:noFill/>
        </p:spPr>
        <p:txBody>
          <a:bodyPr wrap="none">
            <a:spAutoFit/>
          </a:bodyPr>
          <a:lstStyle/>
          <a:p>
            <a:pPr algn="ctr" fontAlgn="base">
              <a:spcBef>
                <a:spcPct val="0"/>
              </a:spcBef>
              <a:spcAft>
                <a:spcPct val="0"/>
              </a:spcAft>
              <a:defRPr/>
            </a:pPr>
            <a:r>
              <a:rPr lang="en-US" sz="4000" b="1" dirty="0">
                <a:ln w="31550" cmpd="sng">
                  <a:gradFill>
                    <a:gsLst>
                      <a:gs pos="70000">
                        <a:srgbClr val="F79646">
                          <a:shade val="50000"/>
                          <a:satMod val="190000"/>
                        </a:srgbClr>
                      </a:gs>
                      <a:gs pos="0">
                        <a:srgbClr val="F79646">
                          <a:tint val="77000"/>
                          <a:satMod val="180000"/>
                        </a:srgbClr>
                      </a:gs>
                    </a:gsLst>
                    <a:lin ang="5400000"/>
                  </a:gradFill>
                  <a:prstDash val="solid"/>
                </a:ln>
                <a:solidFill>
                  <a:srgbClr val="F79646">
                    <a:tint val="15000"/>
                    <a:satMod val="200000"/>
                  </a:srgbClr>
                </a:solidFill>
                <a:effectLst>
                  <a:outerShdw blurRad="50800" dist="40000" dir="5400000" algn="tl" rotWithShape="0">
                    <a:srgbClr val="000000">
                      <a:shade val="5000"/>
                      <a:satMod val="120000"/>
                      <a:alpha val="33000"/>
                    </a:srgbClr>
                  </a:outerShdw>
                </a:effectLst>
                <a:ea typeface="ＭＳ Ｐゴシック" charset="0"/>
                <a:cs typeface="ＭＳ Ｐゴシック" charset="0"/>
              </a:rPr>
              <a:t>Example 2</a:t>
            </a:r>
          </a:p>
        </p:txBody>
      </p:sp>
      <p:pic>
        <p:nvPicPr>
          <p:cNvPr id="64516" name="Picture 1" descr="Screen Shot 2014-10-12 at 11.58.53 AM.pn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52400" y="1308100"/>
            <a:ext cx="8839200" cy="422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27374250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Slide Number Placeholder 2"/>
          <p:cNvSpPr>
            <a:spLocks noGrp="1"/>
          </p:cNvSpPr>
          <p:nvPr>
            <p:ph type="sldNum" sz="quarter" idx="12"/>
          </p:nvPr>
        </p:nvSpPr>
        <p:spPr bwMode="auto">
          <a:xfrm>
            <a:off x="3124200" y="6519863"/>
            <a:ext cx="2895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Arial" pitchFamily="34" charset="0"/>
              <a:buChar char="•"/>
              <a:defRPr sz="3200">
                <a:solidFill>
                  <a:schemeClr val="tx1"/>
                </a:solidFill>
                <a:latin typeface="Calibri" pitchFamily="34" charset="0"/>
                <a:ea typeface="ＭＳ Ｐゴシック" pitchFamily="34" charset="-128"/>
              </a:defRPr>
            </a:lvl1pPr>
            <a:lvl2pPr marL="742950" indent="-285750" eaLnBrk="0" hangingPunct="0">
              <a:spcBef>
                <a:spcPct val="20000"/>
              </a:spcBef>
              <a:buFont typeface="Arial" pitchFamily="34" charset="0"/>
              <a:buChar char="–"/>
              <a:defRPr sz="2800">
                <a:solidFill>
                  <a:schemeClr val="tx1"/>
                </a:solidFill>
                <a:latin typeface="Calibri" pitchFamily="34" charset="0"/>
                <a:ea typeface="ＭＳ Ｐゴシック" pitchFamily="34" charset="-128"/>
              </a:defRPr>
            </a:lvl2pPr>
            <a:lvl3pPr marL="1143000" indent="-228600" eaLnBrk="0" hangingPunct="0">
              <a:spcBef>
                <a:spcPct val="20000"/>
              </a:spcBef>
              <a:buFont typeface="Arial" pitchFamily="34" charset="0"/>
              <a:buChar char="•"/>
              <a:defRPr sz="2400">
                <a:solidFill>
                  <a:schemeClr val="tx1"/>
                </a:solidFill>
                <a:latin typeface="Calibri" pitchFamily="34" charset="0"/>
                <a:ea typeface="ＭＳ Ｐゴシック" pitchFamily="34" charset="-128"/>
              </a:defRPr>
            </a:lvl3pPr>
            <a:lvl4pPr marL="16002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4pPr>
            <a:lvl5pPr marL="20574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5pPr>
            <a:lvl6pPr marL="25146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6pPr>
            <a:lvl7pPr marL="29718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7pPr>
            <a:lvl8pPr marL="34290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8pPr>
            <a:lvl9pPr marL="38862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9pPr>
          </a:lstStyle>
          <a:p>
            <a:pPr algn="ctr" eaLnBrk="1" hangingPunct="1">
              <a:spcBef>
                <a:spcPct val="0"/>
              </a:spcBef>
              <a:buFontTx/>
              <a:buNone/>
            </a:pPr>
            <a:fld id="{03886D50-3568-4FC5-A923-36E19EC93154}" type="slidenum">
              <a:rPr lang="en-US" altLang="en-US" sz="1200" smtClean="0">
                <a:solidFill>
                  <a:srgbClr val="898989"/>
                </a:solidFill>
              </a:rPr>
              <a:pPr algn="ctr" eaLnBrk="1" hangingPunct="1">
                <a:spcBef>
                  <a:spcPct val="0"/>
                </a:spcBef>
                <a:buFontTx/>
                <a:buNone/>
              </a:pPr>
              <a:t>16</a:t>
            </a:fld>
            <a:endParaRPr lang="en-US" altLang="en-US" sz="1200" smtClean="0">
              <a:solidFill>
                <a:srgbClr val="898989"/>
              </a:solidFill>
            </a:endParaRPr>
          </a:p>
        </p:txBody>
      </p:sp>
      <p:sp>
        <p:nvSpPr>
          <p:cNvPr id="4" name="Rectangle 3"/>
          <p:cNvSpPr/>
          <p:nvPr/>
        </p:nvSpPr>
        <p:spPr>
          <a:xfrm>
            <a:off x="3879967" y="188640"/>
            <a:ext cx="2376522" cy="707886"/>
          </a:xfrm>
          <a:prstGeom prst="rect">
            <a:avLst/>
          </a:prstGeom>
          <a:noFill/>
        </p:spPr>
        <p:txBody>
          <a:bodyPr wrap="none">
            <a:spAutoFit/>
          </a:bodyPr>
          <a:lstStyle/>
          <a:p>
            <a:pPr algn="ctr" fontAlgn="base">
              <a:spcBef>
                <a:spcPct val="0"/>
              </a:spcBef>
              <a:spcAft>
                <a:spcPct val="0"/>
              </a:spcAft>
              <a:defRPr/>
            </a:pPr>
            <a:r>
              <a:rPr lang="en-US" sz="4000" b="1" dirty="0">
                <a:ln w="31550" cmpd="sng">
                  <a:gradFill>
                    <a:gsLst>
                      <a:gs pos="70000">
                        <a:srgbClr val="F79646">
                          <a:shade val="50000"/>
                          <a:satMod val="190000"/>
                        </a:srgbClr>
                      </a:gs>
                      <a:gs pos="0">
                        <a:srgbClr val="F79646">
                          <a:tint val="77000"/>
                          <a:satMod val="180000"/>
                        </a:srgbClr>
                      </a:gs>
                    </a:gsLst>
                    <a:lin ang="5400000"/>
                  </a:gradFill>
                  <a:prstDash val="solid"/>
                </a:ln>
                <a:solidFill>
                  <a:srgbClr val="F79646">
                    <a:tint val="15000"/>
                    <a:satMod val="200000"/>
                  </a:srgbClr>
                </a:solidFill>
                <a:effectLst>
                  <a:outerShdw blurRad="50800" dist="40000" dir="5400000" algn="tl" rotWithShape="0">
                    <a:srgbClr val="000000">
                      <a:shade val="5000"/>
                      <a:satMod val="120000"/>
                      <a:alpha val="33000"/>
                    </a:srgbClr>
                  </a:outerShdw>
                </a:effectLst>
                <a:ea typeface="ＭＳ Ｐゴシック" charset="0"/>
                <a:cs typeface="ＭＳ Ｐゴシック" charset="0"/>
              </a:rPr>
              <a:t>Example 3</a:t>
            </a:r>
          </a:p>
        </p:txBody>
      </p:sp>
      <p:pic>
        <p:nvPicPr>
          <p:cNvPr id="65540" name="Picture 1" descr="Screen Shot 2014-10-12 at 12.00.13 PM.pn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95288" y="1341438"/>
            <a:ext cx="8399462" cy="4338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168693744"/>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11413" y="203200"/>
            <a:ext cx="6481762" cy="561975"/>
          </a:xfrm>
        </p:spPr>
        <p:style>
          <a:lnRef idx="2">
            <a:schemeClr val="accent2"/>
          </a:lnRef>
          <a:fillRef idx="1">
            <a:schemeClr val="lt1"/>
          </a:fillRef>
          <a:effectRef idx="0">
            <a:schemeClr val="accent2"/>
          </a:effectRef>
          <a:fontRef idx="minor">
            <a:schemeClr val="dk1"/>
          </a:fontRef>
        </p:style>
        <p:txBody>
          <a:bodyPr/>
          <a:lstStyle/>
          <a:p>
            <a:pPr>
              <a:defRPr/>
            </a:pPr>
            <a:r>
              <a:rPr lang="en-US" sz="3200" b="1" dirty="0" smtClean="0"/>
              <a:t>Permutations - Circular Arrangement</a:t>
            </a:r>
            <a:endParaRPr lang="en-US" sz="3200" b="1" dirty="0"/>
          </a:p>
        </p:txBody>
      </p:sp>
      <p:sp>
        <p:nvSpPr>
          <p:cNvPr id="66563" name="Content Placeholder 2"/>
          <p:cNvSpPr>
            <a:spLocks noGrp="1"/>
          </p:cNvSpPr>
          <p:nvPr>
            <p:ph idx="1"/>
          </p:nvPr>
        </p:nvSpPr>
        <p:spPr>
          <a:xfrm>
            <a:off x="468313" y="1268413"/>
            <a:ext cx="8351837" cy="4448175"/>
          </a:xfrm>
        </p:spPr>
        <p:txBody>
          <a:bodyPr/>
          <a:lstStyle/>
          <a:p>
            <a:pPr>
              <a:lnSpc>
                <a:spcPct val="120000"/>
              </a:lnSpc>
            </a:pPr>
            <a:r>
              <a:rPr lang="en-US" altLang="en-US" smtClean="0"/>
              <a:t>The permutation in a row or along a line has a </a:t>
            </a:r>
            <a:r>
              <a:rPr lang="en-US" altLang="en-US" smtClean="0">
                <a:solidFill>
                  <a:srgbClr val="FF0000"/>
                </a:solidFill>
              </a:rPr>
              <a:t>beginning</a:t>
            </a:r>
            <a:r>
              <a:rPr lang="en-US" altLang="en-US" smtClean="0"/>
              <a:t> and an </a:t>
            </a:r>
            <a:r>
              <a:rPr lang="en-US" altLang="en-US" smtClean="0">
                <a:solidFill>
                  <a:srgbClr val="FF0000"/>
                </a:solidFill>
              </a:rPr>
              <a:t>end</a:t>
            </a:r>
            <a:r>
              <a:rPr lang="en-US" altLang="en-US" smtClean="0"/>
              <a:t>.</a:t>
            </a:r>
          </a:p>
          <a:p>
            <a:pPr>
              <a:lnSpc>
                <a:spcPct val="120000"/>
              </a:lnSpc>
            </a:pPr>
            <a:r>
              <a:rPr lang="en-US" altLang="en-US" smtClean="0"/>
              <a:t>But there is nothing like beginning or end or first and last in a </a:t>
            </a:r>
            <a:r>
              <a:rPr lang="en-US" altLang="en-US" b="1" smtClean="0"/>
              <a:t>circular permutation</a:t>
            </a:r>
            <a:r>
              <a:rPr lang="en-US" altLang="en-US" smtClean="0"/>
              <a:t>. </a:t>
            </a:r>
          </a:p>
          <a:p>
            <a:pPr>
              <a:lnSpc>
                <a:spcPct val="120000"/>
              </a:lnSpc>
            </a:pPr>
            <a:r>
              <a:rPr lang="en-US" altLang="en-US" smtClean="0"/>
              <a:t>In circular permutations, we consider one of the objects as fixed and the remaining objects are arranged as in linear permutation.</a:t>
            </a:r>
          </a:p>
        </p:txBody>
      </p:sp>
      <p:sp>
        <p:nvSpPr>
          <p:cNvPr id="66564" name="Slide Number Placeholder 3"/>
          <p:cNvSpPr>
            <a:spLocks noGrp="1"/>
          </p:cNvSpPr>
          <p:nvPr>
            <p:ph type="sldNum" sz="quarter" idx="12"/>
          </p:nvPr>
        </p:nvSpPr>
        <p:spPr bwMode="auto">
          <a:xfrm>
            <a:off x="3124200" y="6519863"/>
            <a:ext cx="2895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Arial" pitchFamily="34" charset="0"/>
              <a:buChar char="•"/>
              <a:defRPr sz="3200">
                <a:solidFill>
                  <a:schemeClr val="tx1"/>
                </a:solidFill>
                <a:latin typeface="Calibri" pitchFamily="34" charset="0"/>
                <a:ea typeface="ＭＳ Ｐゴシック" pitchFamily="34" charset="-128"/>
              </a:defRPr>
            </a:lvl1pPr>
            <a:lvl2pPr marL="742950" indent="-285750" eaLnBrk="0" hangingPunct="0">
              <a:spcBef>
                <a:spcPct val="20000"/>
              </a:spcBef>
              <a:buFont typeface="Arial" pitchFamily="34" charset="0"/>
              <a:buChar char="–"/>
              <a:defRPr sz="2800">
                <a:solidFill>
                  <a:schemeClr val="tx1"/>
                </a:solidFill>
                <a:latin typeface="Calibri" pitchFamily="34" charset="0"/>
                <a:ea typeface="ＭＳ Ｐゴシック" pitchFamily="34" charset="-128"/>
              </a:defRPr>
            </a:lvl2pPr>
            <a:lvl3pPr marL="1143000" indent="-228600" eaLnBrk="0" hangingPunct="0">
              <a:spcBef>
                <a:spcPct val="20000"/>
              </a:spcBef>
              <a:buFont typeface="Arial" pitchFamily="34" charset="0"/>
              <a:buChar char="•"/>
              <a:defRPr sz="2400">
                <a:solidFill>
                  <a:schemeClr val="tx1"/>
                </a:solidFill>
                <a:latin typeface="Calibri" pitchFamily="34" charset="0"/>
                <a:ea typeface="ＭＳ Ｐゴシック" pitchFamily="34" charset="-128"/>
              </a:defRPr>
            </a:lvl3pPr>
            <a:lvl4pPr marL="16002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4pPr>
            <a:lvl5pPr marL="20574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5pPr>
            <a:lvl6pPr marL="25146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6pPr>
            <a:lvl7pPr marL="29718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7pPr>
            <a:lvl8pPr marL="34290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8pPr>
            <a:lvl9pPr marL="38862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9pPr>
          </a:lstStyle>
          <a:p>
            <a:pPr algn="ctr" eaLnBrk="1" hangingPunct="1">
              <a:spcBef>
                <a:spcPct val="0"/>
              </a:spcBef>
              <a:buFontTx/>
              <a:buNone/>
            </a:pPr>
            <a:fld id="{36E707D6-656C-46F5-8225-47E1FFE929EB}" type="slidenum">
              <a:rPr lang="en-US" altLang="en-US" sz="1200" smtClean="0">
                <a:solidFill>
                  <a:srgbClr val="898989"/>
                </a:solidFill>
              </a:rPr>
              <a:pPr algn="ctr" eaLnBrk="1" hangingPunct="1">
                <a:spcBef>
                  <a:spcPct val="0"/>
                </a:spcBef>
                <a:buFontTx/>
                <a:buNone/>
              </a:pPr>
              <a:t>17</a:t>
            </a:fld>
            <a:endParaRPr lang="en-US" altLang="en-US" sz="1200" smtClean="0">
              <a:solidFill>
                <a:srgbClr val="898989"/>
              </a:solidFill>
            </a:endParaRPr>
          </a:p>
        </p:txBody>
      </p:sp>
    </p:spTree>
    <p:extLst>
      <p:ext uri="{BB962C8B-B14F-4D97-AF65-F5344CB8AC3E}">
        <p14:creationId xmlns:p14="http://schemas.microsoft.com/office/powerpoint/2010/main" val="2450791322"/>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Content Placeholder 2"/>
          <p:cNvSpPr>
            <a:spLocks noGrp="1"/>
          </p:cNvSpPr>
          <p:nvPr>
            <p:ph idx="1"/>
          </p:nvPr>
        </p:nvSpPr>
        <p:spPr>
          <a:xfrm>
            <a:off x="395288" y="1052513"/>
            <a:ext cx="8229600" cy="4752975"/>
          </a:xfrm>
        </p:spPr>
        <p:txBody>
          <a:bodyPr/>
          <a:lstStyle/>
          <a:p>
            <a:r>
              <a:rPr lang="en-US" altLang="en-US" smtClean="0"/>
              <a:t>There are two cases of circular-permutations:</a:t>
            </a:r>
          </a:p>
          <a:p>
            <a:pPr>
              <a:buFont typeface="Arial" pitchFamily="34" charset="0"/>
              <a:buNone/>
            </a:pPr>
            <a:endParaRPr lang="en-US" altLang="en-US" smtClean="0"/>
          </a:p>
          <a:p>
            <a:pPr lvl="1">
              <a:buFont typeface="Wingdings" pitchFamily="2" charset="2"/>
              <a:buChar char="§"/>
            </a:pPr>
            <a:r>
              <a:rPr lang="en-US" altLang="en-US" smtClean="0"/>
              <a:t> If clockwise and anti clockwise orders </a:t>
            </a:r>
            <a:r>
              <a:rPr lang="en-US" altLang="en-US" b="1" smtClean="0"/>
              <a:t>are different</a:t>
            </a:r>
            <a:r>
              <a:rPr lang="en-US" altLang="en-US" smtClean="0"/>
              <a:t>, then total number of circular-permutations is given by </a:t>
            </a:r>
            <a:r>
              <a:rPr lang="en-US" altLang="en-US" b="1" smtClean="0"/>
              <a:t>(</a:t>
            </a:r>
            <a:r>
              <a:rPr lang="en-US" altLang="en-US" b="1" i="1" smtClean="0"/>
              <a:t>n</a:t>
            </a:r>
            <a:r>
              <a:rPr lang="en-US" altLang="en-US" b="1" smtClean="0"/>
              <a:t>-1)!</a:t>
            </a:r>
          </a:p>
          <a:p>
            <a:pPr lvl="1">
              <a:buFont typeface="Arial" pitchFamily="34" charset="0"/>
              <a:buNone/>
            </a:pPr>
            <a:endParaRPr lang="en-US" altLang="en-US" b="1" smtClean="0"/>
          </a:p>
          <a:p>
            <a:pPr lvl="1">
              <a:buFont typeface="Wingdings" pitchFamily="2" charset="2"/>
              <a:buChar char="§"/>
            </a:pPr>
            <a:r>
              <a:rPr lang="en-US" altLang="en-US" smtClean="0"/>
              <a:t> If clockwise and anti clockwise orders are taken as </a:t>
            </a:r>
            <a:r>
              <a:rPr lang="en-US" altLang="en-US" b="1" smtClean="0"/>
              <a:t>not different</a:t>
            </a:r>
            <a:r>
              <a:rPr lang="en-US" altLang="en-US" smtClean="0"/>
              <a:t>, then total number of circular-permutations is given by </a:t>
            </a:r>
          </a:p>
          <a:p>
            <a:pPr lvl="1">
              <a:buFont typeface="Arial" pitchFamily="34" charset="0"/>
              <a:buNone/>
            </a:pPr>
            <a:r>
              <a:rPr lang="en-US" altLang="en-US" smtClean="0"/>
              <a:t>     </a:t>
            </a:r>
          </a:p>
          <a:p>
            <a:pPr>
              <a:buFont typeface="Arial" pitchFamily="34" charset="0"/>
              <a:buNone/>
            </a:pPr>
            <a:endParaRPr lang="en-US" altLang="en-US" smtClean="0"/>
          </a:p>
        </p:txBody>
      </p:sp>
      <p:sp>
        <p:nvSpPr>
          <p:cNvPr id="67587" name="Slide Number Placeholder 3"/>
          <p:cNvSpPr>
            <a:spLocks noGrp="1"/>
          </p:cNvSpPr>
          <p:nvPr>
            <p:ph type="sldNum" sz="quarter" idx="12"/>
          </p:nvPr>
        </p:nvSpPr>
        <p:spPr bwMode="auto">
          <a:xfrm>
            <a:off x="3124200" y="6519863"/>
            <a:ext cx="2895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Arial" pitchFamily="34" charset="0"/>
              <a:buChar char="•"/>
              <a:defRPr sz="3200">
                <a:solidFill>
                  <a:schemeClr val="tx1"/>
                </a:solidFill>
                <a:latin typeface="Calibri" pitchFamily="34" charset="0"/>
                <a:ea typeface="ＭＳ Ｐゴシック" pitchFamily="34" charset="-128"/>
              </a:defRPr>
            </a:lvl1pPr>
            <a:lvl2pPr marL="742950" indent="-285750" eaLnBrk="0" hangingPunct="0">
              <a:spcBef>
                <a:spcPct val="20000"/>
              </a:spcBef>
              <a:buFont typeface="Arial" pitchFamily="34" charset="0"/>
              <a:buChar char="–"/>
              <a:defRPr sz="2800">
                <a:solidFill>
                  <a:schemeClr val="tx1"/>
                </a:solidFill>
                <a:latin typeface="Calibri" pitchFamily="34" charset="0"/>
                <a:ea typeface="ＭＳ Ｐゴシック" pitchFamily="34" charset="-128"/>
              </a:defRPr>
            </a:lvl2pPr>
            <a:lvl3pPr marL="1143000" indent="-228600" eaLnBrk="0" hangingPunct="0">
              <a:spcBef>
                <a:spcPct val="20000"/>
              </a:spcBef>
              <a:buFont typeface="Arial" pitchFamily="34" charset="0"/>
              <a:buChar char="•"/>
              <a:defRPr sz="2400">
                <a:solidFill>
                  <a:schemeClr val="tx1"/>
                </a:solidFill>
                <a:latin typeface="Calibri" pitchFamily="34" charset="0"/>
                <a:ea typeface="ＭＳ Ｐゴシック" pitchFamily="34" charset="-128"/>
              </a:defRPr>
            </a:lvl3pPr>
            <a:lvl4pPr marL="16002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4pPr>
            <a:lvl5pPr marL="20574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5pPr>
            <a:lvl6pPr marL="25146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6pPr>
            <a:lvl7pPr marL="29718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7pPr>
            <a:lvl8pPr marL="34290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8pPr>
            <a:lvl9pPr marL="38862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9pPr>
          </a:lstStyle>
          <a:p>
            <a:pPr algn="ctr" eaLnBrk="1" hangingPunct="1">
              <a:spcBef>
                <a:spcPct val="0"/>
              </a:spcBef>
              <a:buFontTx/>
              <a:buNone/>
            </a:pPr>
            <a:fld id="{D0C0729E-EAC3-472C-AABE-846A7F557185}" type="slidenum">
              <a:rPr lang="en-US" altLang="en-US" sz="1200" smtClean="0">
                <a:solidFill>
                  <a:srgbClr val="898989"/>
                </a:solidFill>
              </a:rPr>
              <a:pPr algn="ctr" eaLnBrk="1" hangingPunct="1">
                <a:spcBef>
                  <a:spcPct val="0"/>
                </a:spcBef>
                <a:buFontTx/>
                <a:buNone/>
              </a:pPr>
              <a:t>18</a:t>
            </a:fld>
            <a:endParaRPr lang="en-US" altLang="en-US" sz="1200" smtClean="0">
              <a:solidFill>
                <a:srgbClr val="898989"/>
              </a:solidFill>
            </a:endParaRPr>
          </a:p>
        </p:txBody>
      </p:sp>
      <p:graphicFrame>
        <p:nvGraphicFramePr>
          <p:cNvPr id="67588" name="Object 4"/>
          <p:cNvGraphicFramePr>
            <a:graphicFrameLocks noChangeAspect="1"/>
          </p:cNvGraphicFramePr>
          <p:nvPr/>
        </p:nvGraphicFramePr>
        <p:xfrm>
          <a:off x="3263900" y="5445125"/>
          <a:ext cx="1236663" cy="1008063"/>
        </p:xfrm>
        <a:graphic>
          <a:graphicData uri="http://schemas.openxmlformats.org/presentationml/2006/ole">
            <mc:AlternateContent xmlns:mc="http://schemas.openxmlformats.org/markup-compatibility/2006">
              <mc:Choice xmlns:v="urn:schemas-microsoft-com:vml" Requires="v">
                <p:oleObj spid="_x0000_s1031" name="Equation" r:id="rId3" imgW="482278" imgH="393539" progId="Equation.3">
                  <p:embed/>
                </p:oleObj>
              </mc:Choice>
              <mc:Fallback>
                <p:oleObj name="Equation" r:id="rId3" imgW="482278" imgH="393539"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63900" y="5445125"/>
                        <a:ext cx="1236663" cy="1008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1440477340"/>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Content Placeholder 2"/>
          <p:cNvSpPr>
            <a:spLocks noGrp="1"/>
          </p:cNvSpPr>
          <p:nvPr>
            <p:ph idx="1"/>
          </p:nvPr>
        </p:nvSpPr>
        <p:spPr>
          <a:xfrm>
            <a:off x="468313" y="1052513"/>
            <a:ext cx="8229600" cy="3886200"/>
          </a:xfrm>
        </p:spPr>
        <p:txBody>
          <a:bodyPr/>
          <a:lstStyle/>
          <a:p>
            <a:r>
              <a:rPr lang="en-US" altLang="en-US" smtClean="0"/>
              <a:t>Let’s consider that 4 persons A,B,C, and D are sitting around a round table</a:t>
            </a:r>
          </a:p>
          <a:p>
            <a:r>
              <a:rPr lang="en-US" altLang="en-US" smtClean="0"/>
              <a:t>Shifting A, B, C, D, one position in anticlock-wise direction, we get the following arrangements:-</a:t>
            </a:r>
          </a:p>
          <a:p>
            <a:endParaRPr lang="en-US" altLang="en-US" smtClean="0"/>
          </a:p>
        </p:txBody>
      </p:sp>
      <p:sp>
        <p:nvSpPr>
          <p:cNvPr id="68611" name="Slide Number Placeholder 3"/>
          <p:cNvSpPr>
            <a:spLocks noGrp="1"/>
          </p:cNvSpPr>
          <p:nvPr>
            <p:ph type="sldNum" sz="quarter" idx="12"/>
          </p:nvPr>
        </p:nvSpPr>
        <p:spPr bwMode="auto">
          <a:xfrm>
            <a:off x="3132138" y="6481763"/>
            <a:ext cx="2895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Arial" pitchFamily="34" charset="0"/>
              <a:buChar char="•"/>
              <a:defRPr sz="3200">
                <a:solidFill>
                  <a:schemeClr val="tx1"/>
                </a:solidFill>
                <a:latin typeface="Calibri" pitchFamily="34" charset="0"/>
                <a:ea typeface="ＭＳ Ｐゴシック" pitchFamily="34" charset="-128"/>
              </a:defRPr>
            </a:lvl1pPr>
            <a:lvl2pPr marL="742950" indent="-285750" eaLnBrk="0" hangingPunct="0">
              <a:spcBef>
                <a:spcPct val="20000"/>
              </a:spcBef>
              <a:buFont typeface="Arial" pitchFamily="34" charset="0"/>
              <a:buChar char="–"/>
              <a:defRPr sz="2800">
                <a:solidFill>
                  <a:schemeClr val="tx1"/>
                </a:solidFill>
                <a:latin typeface="Calibri" pitchFamily="34" charset="0"/>
                <a:ea typeface="ＭＳ Ｐゴシック" pitchFamily="34" charset="-128"/>
              </a:defRPr>
            </a:lvl2pPr>
            <a:lvl3pPr marL="1143000" indent="-228600" eaLnBrk="0" hangingPunct="0">
              <a:spcBef>
                <a:spcPct val="20000"/>
              </a:spcBef>
              <a:buFont typeface="Arial" pitchFamily="34" charset="0"/>
              <a:buChar char="•"/>
              <a:defRPr sz="2400">
                <a:solidFill>
                  <a:schemeClr val="tx1"/>
                </a:solidFill>
                <a:latin typeface="Calibri" pitchFamily="34" charset="0"/>
                <a:ea typeface="ＭＳ Ｐゴシック" pitchFamily="34" charset="-128"/>
              </a:defRPr>
            </a:lvl3pPr>
            <a:lvl4pPr marL="16002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4pPr>
            <a:lvl5pPr marL="20574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5pPr>
            <a:lvl6pPr marL="25146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6pPr>
            <a:lvl7pPr marL="29718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7pPr>
            <a:lvl8pPr marL="34290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8pPr>
            <a:lvl9pPr marL="38862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9pPr>
          </a:lstStyle>
          <a:p>
            <a:pPr algn="ctr" eaLnBrk="1" hangingPunct="1">
              <a:spcBef>
                <a:spcPct val="0"/>
              </a:spcBef>
              <a:buFontTx/>
              <a:buNone/>
            </a:pPr>
            <a:fld id="{8DD6C9F4-3C9C-4BF4-AE66-9BFAE498E8FC}" type="slidenum">
              <a:rPr lang="en-US" altLang="en-US" sz="1200" smtClean="0">
                <a:solidFill>
                  <a:srgbClr val="898989"/>
                </a:solidFill>
              </a:rPr>
              <a:pPr algn="ctr" eaLnBrk="1" hangingPunct="1">
                <a:spcBef>
                  <a:spcPct val="0"/>
                </a:spcBef>
                <a:buFontTx/>
                <a:buNone/>
              </a:pPr>
              <a:t>19</a:t>
            </a:fld>
            <a:endParaRPr lang="en-US" altLang="en-US" sz="1200" smtClean="0">
              <a:solidFill>
                <a:srgbClr val="898989"/>
              </a:solidFill>
            </a:endParaRPr>
          </a:p>
        </p:txBody>
      </p:sp>
      <p:pic>
        <p:nvPicPr>
          <p:cNvPr id="68612"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47813" y="4076700"/>
            <a:ext cx="6122987" cy="200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8613" name="TextBox 5"/>
          <p:cNvSpPr txBox="1">
            <a:spLocks noChangeArrowheads="1"/>
          </p:cNvSpPr>
          <p:nvPr/>
        </p:nvSpPr>
        <p:spPr bwMode="auto">
          <a:xfrm>
            <a:off x="7885113" y="5445125"/>
            <a:ext cx="5334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Font typeface="Arial" pitchFamily="34" charset="0"/>
              <a:buChar char="•"/>
              <a:defRPr sz="3200">
                <a:solidFill>
                  <a:schemeClr val="tx1"/>
                </a:solidFill>
                <a:latin typeface="Calibri" pitchFamily="34" charset="0"/>
                <a:ea typeface="ＭＳ Ｐゴシック" pitchFamily="34" charset="-128"/>
              </a:defRPr>
            </a:lvl1pPr>
            <a:lvl2pPr marL="742950" indent="-285750" eaLnBrk="0" hangingPunct="0">
              <a:spcBef>
                <a:spcPct val="20000"/>
              </a:spcBef>
              <a:buFont typeface="Arial" pitchFamily="34" charset="0"/>
              <a:buChar char="–"/>
              <a:defRPr sz="2800">
                <a:solidFill>
                  <a:schemeClr val="tx1"/>
                </a:solidFill>
                <a:latin typeface="Calibri" pitchFamily="34" charset="0"/>
                <a:ea typeface="ＭＳ Ｐゴシック" pitchFamily="34" charset="-128"/>
              </a:defRPr>
            </a:lvl2pPr>
            <a:lvl3pPr marL="1143000" indent="-228600" eaLnBrk="0" hangingPunct="0">
              <a:spcBef>
                <a:spcPct val="20000"/>
              </a:spcBef>
              <a:buFont typeface="Arial" pitchFamily="34" charset="0"/>
              <a:buChar char="•"/>
              <a:defRPr sz="2400">
                <a:solidFill>
                  <a:schemeClr val="tx1"/>
                </a:solidFill>
                <a:latin typeface="Calibri" pitchFamily="34" charset="0"/>
                <a:ea typeface="ＭＳ Ｐゴシック" pitchFamily="34" charset="-128"/>
              </a:defRPr>
            </a:lvl3pPr>
            <a:lvl4pPr marL="16002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4pPr>
            <a:lvl5pPr marL="20574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5pPr>
            <a:lvl6pPr marL="25146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6pPr>
            <a:lvl7pPr marL="29718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7pPr>
            <a:lvl8pPr marL="34290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8pPr>
            <a:lvl9pPr marL="38862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9pPr>
          </a:lstStyle>
          <a:p>
            <a:pPr eaLnBrk="1" fontAlgn="base" hangingPunct="1">
              <a:spcBef>
                <a:spcPct val="0"/>
              </a:spcBef>
              <a:spcAft>
                <a:spcPct val="0"/>
              </a:spcAft>
              <a:buFontTx/>
              <a:buNone/>
            </a:pPr>
            <a:r>
              <a:rPr lang="en-US" altLang="en-US" sz="1800">
                <a:solidFill>
                  <a:prstClr val="black"/>
                </a:solidFill>
              </a:rPr>
              <a:t>......</a:t>
            </a:r>
          </a:p>
        </p:txBody>
      </p:sp>
    </p:spTree>
    <p:extLst>
      <p:ext uri="{BB962C8B-B14F-4D97-AF65-F5344CB8AC3E}">
        <p14:creationId xmlns:p14="http://schemas.microsoft.com/office/powerpoint/2010/main" val="4154569177"/>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68313" y="1557338"/>
            <a:ext cx="8229600" cy="3527425"/>
          </a:xfrm>
        </p:spPr>
        <p:txBody>
          <a:bodyPr/>
          <a:lstStyle/>
          <a:p>
            <a:pPr>
              <a:buFont typeface="Arial" charset="0"/>
              <a:buChar char="•"/>
              <a:defRPr/>
            </a:pPr>
            <a:r>
              <a:rPr lang="en-US" dirty="0" smtClean="0">
                <a:ea typeface="ＭＳ Ｐゴシック" charset="0"/>
              </a:rPr>
              <a:t>Thus, we use that if 4 persons are sitting at a round table, then they can be shifted four times.</a:t>
            </a:r>
          </a:p>
          <a:p>
            <a:pPr marL="0" indent="0">
              <a:buFont typeface="Arial" charset="0"/>
              <a:buNone/>
              <a:defRPr/>
            </a:pPr>
            <a:endParaRPr lang="en-US" dirty="0" smtClean="0">
              <a:ea typeface="ＭＳ Ｐゴシック" charset="0"/>
            </a:endParaRPr>
          </a:p>
          <a:p>
            <a:pPr>
              <a:buFont typeface="Arial" charset="0"/>
              <a:buChar char="•"/>
              <a:defRPr/>
            </a:pPr>
            <a:r>
              <a:rPr lang="en-US" dirty="0" smtClean="0">
                <a:ea typeface="ＭＳ Ｐゴシック" charset="0"/>
              </a:rPr>
              <a:t>But these four arrangements will be the same, because the sequence of A, B, C, D, is same.</a:t>
            </a:r>
          </a:p>
        </p:txBody>
      </p:sp>
      <p:sp>
        <p:nvSpPr>
          <p:cNvPr id="69635" name="Slide Number Placeholder 3"/>
          <p:cNvSpPr>
            <a:spLocks noGrp="1"/>
          </p:cNvSpPr>
          <p:nvPr>
            <p:ph type="sldNum" sz="quarter" idx="12"/>
          </p:nvPr>
        </p:nvSpPr>
        <p:spPr bwMode="auto">
          <a:xfrm>
            <a:off x="3124200" y="6448425"/>
            <a:ext cx="2895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Arial" pitchFamily="34" charset="0"/>
              <a:buChar char="•"/>
              <a:defRPr sz="3200">
                <a:solidFill>
                  <a:schemeClr val="tx1"/>
                </a:solidFill>
                <a:latin typeface="Calibri" pitchFamily="34" charset="0"/>
                <a:ea typeface="ＭＳ Ｐゴシック" pitchFamily="34" charset="-128"/>
              </a:defRPr>
            </a:lvl1pPr>
            <a:lvl2pPr marL="742950" indent="-285750" eaLnBrk="0" hangingPunct="0">
              <a:spcBef>
                <a:spcPct val="20000"/>
              </a:spcBef>
              <a:buFont typeface="Arial" pitchFamily="34" charset="0"/>
              <a:buChar char="–"/>
              <a:defRPr sz="2800">
                <a:solidFill>
                  <a:schemeClr val="tx1"/>
                </a:solidFill>
                <a:latin typeface="Calibri" pitchFamily="34" charset="0"/>
                <a:ea typeface="ＭＳ Ｐゴシック" pitchFamily="34" charset="-128"/>
              </a:defRPr>
            </a:lvl2pPr>
            <a:lvl3pPr marL="1143000" indent="-228600" eaLnBrk="0" hangingPunct="0">
              <a:spcBef>
                <a:spcPct val="20000"/>
              </a:spcBef>
              <a:buFont typeface="Arial" pitchFamily="34" charset="0"/>
              <a:buChar char="•"/>
              <a:defRPr sz="2400">
                <a:solidFill>
                  <a:schemeClr val="tx1"/>
                </a:solidFill>
                <a:latin typeface="Calibri" pitchFamily="34" charset="0"/>
                <a:ea typeface="ＭＳ Ｐゴシック" pitchFamily="34" charset="-128"/>
              </a:defRPr>
            </a:lvl3pPr>
            <a:lvl4pPr marL="16002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4pPr>
            <a:lvl5pPr marL="20574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5pPr>
            <a:lvl6pPr marL="25146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6pPr>
            <a:lvl7pPr marL="29718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7pPr>
            <a:lvl8pPr marL="34290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8pPr>
            <a:lvl9pPr marL="38862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9pPr>
          </a:lstStyle>
          <a:p>
            <a:pPr algn="ctr" eaLnBrk="1" hangingPunct="1">
              <a:spcBef>
                <a:spcPct val="0"/>
              </a:spcBef>
              <a:buFontTx/>
              <a:buNone/>
            </a:pPr>
            <a:fld id="{DE1AFB94-7D80-4539-B4C0-22B7F473ACE6}" type="slidenum">
              <a:rPr lang="en-US" altLang="en-US" sz="1200" smtClean="0">
                <a:solidFill>
                  <a:srgbClr val="898989"/>
                </a:solidFill>
              </a:rPr>
              <a:pPr algn="ctr" eaLnBrk="1" hangingPunct="1">
                <a:spcBef>
                  <a:spcPct val="0"/>
                </a:spcBef>
                <a:buFontTx/>
                <a:buNone/>
              </a:pPr>
              <a:t>20</a:t>
            </a:fld>
            <a:endParaRPr lang="en-US" altLang="en-US" sz="1200" smtClean="0">
              <a:solidFill>
                <a:srgbClr val="898989"/>
              </a:solidFill>
            </a:endParaRPr>
          </a:p>
        </p:txBody>
      </p:sp>
    </p:spTree>
    <p:extLst>
      <p:ext uri="{BB962C8B-B14F-4D97-AF65-F5344CB8AC3E}">
        <p14:creationId xmlns:p14="http://schemas.microsoft.com/office/powerpoint/2010/main" val="1288808293"/>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Content Placeholder 2"/>
          <p:cNvSpPr>
            <a:spLocks noGrp="1"/>
          </p:cNvSpPr>
          <p:nvPr>
            <p:ph idx="1"/>
          </p:nvPr>
        </p:nvSpPr>
        <p:spPr>
          <a:xfrm>
            <a:off x="395288" y="1484313"/>
            <a:ext cx="8229600" cy="4662487"/>
          </a:xfrm>
        </p:spPr>
        <p:txBody>
          <a:bodyPr/>
          <a:lstStyle/>
          <a:p>
            <a:r>
              <a:rPr lang="en-US" altLang="en-US" smtClean="0"/>
              <a:t>But if A, B, C, D, are sitting in a row, and they are shifted, then the four </a:t>
            </a:r>
            <a:r>
              <a:rPr lang="en-US" altLang="en-US" b="1" smtClean="0">
                <a:solidFill>
                  <a:srgbClr val="FF0000"/>
                </a:solidFill>
              </a:rPr>
              <a:t>linear-arrangement</a:t>
            </a:r>
            <a:r>
              <a:rPr lang="en-US" altLang="en-US" smtClean="0"/>
              <a:t> will be different.</a:t>
            </a:r>
          </a:p>
        </p:txBody>
      </p:sp>
      <p:sp>
        <p:nvSpPr>
          <p:cNvPr id="70659" name="Slide Number Placeholder 3"/>
          <p:cNvSpPr>
            <a:spLocks noGrp="1"/>
          </p:cNvSpPr>
          <p:nvPr>
            <p:ph type="sldNum" sz="quarter" idx="12"/>
          </p:nvPr>
        </p:nvSpPr>
        <p:spPr bwMode="auto">
          <a:xfrm>
            <a:off x="3124200" y="6448425"/>
            <a:ext cx="2895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Arial" pitchFamily="34" charset="0"/>
              <a:buChar char="•"/>
              <a:defRPr sz="3200">
                <a:solidFill>
                  <a:schemeClr val="tx1"/>
                </a:solidFill>
                <a:latin typeface="Calibri" pitchFamily="34" charset="0"/>
                <a:ea typeface="ＭＳ Ｐゴシック" pitchFamily="34" charset="-128"/>
              </a:defRPr>
            </a:lvl1pPr>
            <a:lvl2pPr marL="742950" indent="-285750" eaLnBrk="0" hangingPunct="0">
              <a:spcBef>
                <a:spcPct val="20000"/>
              </a:spcBef>
              <a:buFont typeface="Arial" pitchFamily="34" charset="0"/>
              <a:buChar char="–"/>
              <a:defRPr sz="2800">
                <a:solidFill>
                  <a:schemeClr val="tx1"/>
                </a:solidFill>
                <a:latin typeface="Calibri" pitchFamily="34" charset="0"/>
                <a:ea typeface="ＭＳ Ｐゴシック" pitchFamily="34" charset="-128"/>
              </a:defRPr>
            </a:lvl2pPr>
            <a:lvl3pPr marL="1143000" indent="-228600" eaLnBrk="0" hangingPunct="0">
              <a:spcBef>
                <a:spcPct val="20000"/>
              </a:spcBef>
              <a:buFont typeface="Arial" pitchFamily="34" charset="0"/>
              <a:buChar char="•"/>
              <a:defRPr sz="2400">
                <a:solidFill>
                  <a:schemeClr val="tx1"/>
                </a:solidFill>
                <a:latin typeface="Calibri" pitchFamily="34" charset="0"/>
                <a:ea typeface="ＭＳ Ｐゴシック" pitchFamily="34" charset="-128"/>
              </a:defRPr>
            </a:lvl3pPr>
            <a:lvl4pPr marL="16002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4pPr>
            <a:lvl5pPr marL="20574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5pPr>
            <a:lvl6pPr marL="25146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6pPr>
            <a:lvl7pPr marL="29718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7pPr>
            <a:lvl8pPr marL="34290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8pPr>
            <a:lvl9pPr marL="38862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9pPr>
          </a:lstStyle>
          <a:p>
            <a:pPr algn="ctr" eaLnBrk="1" hangingPunct="1">
              <a:spcBef>
                <a:spcPct val="0"/>
              </a:spcBef>
              <a:buFontTx/>
              <a:buNone/>
            </a:pPr>
            <a:fld id="{48609330-5A8F-4F6B-BAD5-26F08BBF27BC}" type="slidenum">
              <a:rPr lang="en-US" altLang="en-US" sz="1200" smtClean="0">
                <a:solidFill>
                  <a:srgbClr val="898989"/>
                </a:solidFill>
              </a:rPr>
              <a:pPr algn="ctr" eaLnBrk="1" hangingPunct="1">
                <a:spcBef>
                  <a:spcPct val="0"/>
                </a:spcBef>
                <a:buFontTx/>
                <a:buNone/>
              </a:pPr>
              <a:t>21</a:t>
            </a:fld>
            <a:endParaRPr lang="en-US" altLang="en-US" sz="1200" smtClean="0">
              <a:solidFill>
                <a:srgbClr val="898989"/>
              </a:solidFill>
            </a:endParaRPr>
          </a:p>
        </p:txBody>
      </p:sp>
      <p:pic>
        <p:nvPicPr>
          <p:cNvPr id="70660" name="Picture 2" descr="http://www.tutors4you.com/linear.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41388" y="3857625"/>
            <a:ext cx="6988175" cy="171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282727060"/>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Content Placeholder 2"/>
          <p:cNvSpPr>
            <a:spLocks noGrp="1"/>
          </p:cNvSpPr>
          <p:nvPr>
            <p:ph idx="1"/>
          </p:nvPr>
        </p:nvSpPr>
        <p:spPr>
          <a:xfrm>
            <a:off x="468313" y="1484313"/>
            <a:ext cx="8229600" cy="4662487"/>
          </a:xfrm>
        </p:spPr>
        <p:txBody>
          <a:bodyPr/>
          <a:lstStyle/>
          <a:p>
            <a:r>
              <a:rPr lang="en-US" altLang="en-US" smtClean="0"/>
              <a:t>Hence, if we have ‘4’ things, then for each circular-arrangement, number of linear-arrangements is 4.</a:t>
            </a:r>
          </a:p>
          <a:p>
            <a:pPr>
              <a:buFont typeface="Arial" pitchFamily="34" charset="0"/>
              <a:buNone/>
            </a:pPr>
            <a:endParaRPr lang="en-US" altLang="en-US" smtClean="0"/>
          </a:p>
          <a:p>
            <a:r>
              <a:rPr lang="en-US" altLang="en-US" smtClean="0"/>
              <a:t>Similarly, if we have ‘</a:t>
            </a:r>
            <a:r>
              <a:rPr lang="en-US" altLang="ja-JP" b="1" i="1" smtClean="0"/>
              <a:t>n</a:t>
            </a:r>
            <a:r>
              <a:rPr lang="en-US" altLang="en-US" smtClean="0"/>
              <a:t>’</a:t>
            </a:r>
            <a:r>
              <a:rPr lang="en-US" altLang="ja-JP" smtClean="0"/>
              <a:t> things, then for each circular-arrangement , number of linear–arrangement is </a:t>
            </a:r>
            <a:r>
              <a:rPr lang="en-US" altLang="ja-JP" b="1" i="1" smtClean="0"/>
              <a:t>n</a:t>
            </a:r>
            <a:r>
              <a:rPr lang="en-US" altLang="ja-JP" smtClean="0"/>
              <a:t>.</a:t>
            </a:r>
            <a:endParaRPr lang="en-US" altLang="en-US" smtClean="0"/>
          </a:p>
        </p:txBody>
      </p:sp>
      <p:sp>
        <p:nvSpPr>
          <p:cNvPr id="71683" name="Slide Number Placeholder 3"/>
          <p:cNvSpPr>
            <a:spLocks noGrp="1"/>
          </p:cNvSpPr>
          <p:nvPr>
            <p:ph type="sldNum" sz="quarter" idx="12"/>
          </p:nvPr>
        </p:nvSpPr>
        <p:spPr bwMode="auto">
          <a:xfrm>
            <a:off x="3124200" y="6519863"/>
            <a:ext cx="2895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Arial" pitchFamily="34" charset="0"/>
              <a:buChar char="•"/>
              <a:defRPr sz="3200">
                <a:solidFill>
                  <a:schemeClr val="tx1"/>
                </a:solidFill>
                <a:latin typeface="Calibri" pitchFamily="34" charset="0"/>
                <a:ea typeface="ＭＳ Ｐゴシック" pitchFamily="34" charset="-128"/>
              </a:defRPr>
            </a:lvl1pPr>
            <a:lvl2pPr marL="742950" indent="-285750" eaLnBrk="0" hangingPunct="0">
              <a:spcBef>
                <a:spcPct val="20000"/>
              </a:spcBef>
              <a:buFont typeface="Arial" pitchFamily="34" charset="0"/>
              <a:buChar char="–"/>
              <a:defRPr sz="2800">
                <a:solidFill>
                  <a:schemeClr val="tx1"/>
                </a:solidFill>
                <a:latin typeface="Calibri" pitchFamily="34" charset="0"/>
                <a:ea typeface="ＭＳ Ｐゴシック" pitchFamily="34" charset="-128"/>
              </a:defRPr>
            </a:lvl2pPr>
            <a:lvl3pPr marL="1143000" indent="-228600" eaLnBrk="0" hangingPunct="0">
              <a:spcBef>
                <a:spcPct val="20000"/>
              </a:spcBef>
              <a:buFont typeface="Arial" pitchFamily="34" charset="0"/>
              <a:buChar char="•"/>
              <a:defRPr sz="2400">
                <a:solidFill>
                  <a:schemeClr val="tx1"/>
                </a:solidFill>
                <a:latin typeface="Calibri" pitchFamily="34" charset="0"/>
                <a:ea typeface="ＭＳ Ｐゴシック" pitchFamily="34" charset="-128"/>
              </a:defRPr>
            </a:lvl3pPr>
            <a:lvl4pPr marL="16002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4pPr>
            <a:lvl5pPr marL="20574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5pPr>
            <a:lvl6pPr marL="25146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6pPr>
            <a:lvl7pPr marL="29718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7pPr>
            <a:lvl8pPr marL="34290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8pPr>
            <a:lvl9pPr marL="38862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9pPr>
          </a:lstStyle>
          <a:p>
            <a:pPr algn="ctr" eaLnBrk="1" hangingPunct="1">
              <a:spcBef>
                <a:spcPct val="0"/>
              </a:spcBef>
              <a:buFontTx/>
              <a:buNone/>
            </a:pPr>
            <a:fld id="{F6BB151C-3E2F-4381-A3A7-ABD62DE5D710}" type="slidenum">
              <a:rPr lang="en-US" altLang="en-US" sz="1200" smtClean="0">
                <a:solidFill>
                  <a:srgbClr val="898989"/>
                </a:solidFill>
              </a:rPr>
              <a:pPr algn="ctr" eaLnBrk="1" hangingPunct="1">
                <a:spcBef>
                  <a:spcPct val="0"/>
                </a:spcBef>
                <a:buFontTx/>
                <a:buNone/>
              </a:pPr>
              <a:t>22</a:t>
            </a:fld>
            <a:endParaRPr lang="en-US" altLang="en-US" sz="1200" smtClean="0">
              <a:solidFill>
                <a:srgbClr val="898989"/>
              </a:solidFill>
            </a:endParaRPr>
          </a:p>
        </p:txBody>
      </p:sp>
    </p:spTree>
    <p:extLst>
      <p:ext uri="{BB962C8B-B14F-4D97-AF65-F5344CB8AC3E}">
        <p14:creationId xmlns:p14="http://schemas.microsoft.com/office/powerpoint/2010/main" val="3322445477"/>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95288" y="1125538"/>
            <a:ext cx="8424862" cy="4448175"/>
          </a:xfrm>
        </p:spPr>
        <p:txBody>
          <a:bodyPr/>
          <a:lstStyle/>
          <a:p>
            <a:pPr>
              <a:buFont typeface="Arial"/>
              <a:buChar char="•"/>
              <a:defRPr/>
            </a:pPr>
            <a:r>
              <a:rPr lang="en-US" dirty="0" smtClean="0">
                <a:ea typeface="ＭＳ Ｐゴシック" charset="0"/>
              </a:rPr>
              <a:t>Hence, the number of circular permutations is </a:t>
            </a:r>
            <a:endParaRPr lang="en-US" dirty="0">
              <a:ea typeface="ＭＳ Ｐゴシック" charset="0"/>
            </a:endParaRPr>
          </a:p>
          <a:p>
            <a:pPr marL="0" indent="0">
              <a:buFont typeface="Arial" charset="0"/>
              <a:buNone/>
              <a:defRPr/>
            </a:pPr>
            <a:r>
              <a:rPr lang="en-US" dirty="0" smtClean="0">
                <a:ea typeface="ＭＳ Ｐゴシック" charset="0"/>
              </a:rPr>
              <a:t>		</a:t>
            </a:r>
            <a:r>
              <a:rPr lang="en-US" dirty="0" err="1" smtClean="0">
                <a:ea typeface="ＭＳ Ｐゴシック" charset="0"/>
              </a:rPr>
              <a:t>P</a:t>
            </a:r>
            <a:r>
              <a:rPr lang="en-US" i="1" baseline="-25000" dirty="0" err="1" smtClean="0">
                <a:ea typeface="ＭＳ Ｐゴシック" charset="0"/>
              </a:rPr>
              <a:t>n</a:t>
            </a:r>
            <a:r>
              <a:rPr lang="en-US" dirty="0" smtClean="0">
                <a:ea typeface="ＭＳ Ｐゴシック" charset="0"/>
              </a:rPr>
              <a:t> =  (</a:t>
            </a:r>
            <a:r>
              <a:rPr lang="en-US" i="1" dirty="0" smtClean="0">
                <a:ea typeface="ＭＳ Ｐゴシック" charset="0"/>
              </a:rPr>
              <a:t>n</a:t>
            </a:r>
            <a:r>
              <a:rPr lang="en-US" dirty="0" smtClean="0">
                <a:ea typeface="ＭＳ Ｐゴシック" charset="0"/>
              </a:rPr>
              <a:t>-1)!</a:t>
            </a:r>
          </a:p>
          <a:p>
            <a:pPr marL="0" indent="0">
              <a:buFont typeface="Arial" charset="0"/>
              <a:buNone/>
              <a:defRPr/>
            </a:pPr>
            <a:endParaRPr lang="en-US" dirty="0" smtClean="0">
              <a:ea typeface="ＭＳ Ｐゴシック" charset="0"/>
            </a:endParaRPr>
          </a:p>
          <a:p>
            <a:pPr>
              <a:buFont typeface="Arial"/>
              <a:buChar char="•"/>
              <a:defRPr/>
            </a:pPr>
            <a:r>
              <a:rPr lang="en-US" dirty="0">
                <a:ea typeface="ＭＳ Ｐゴシック" charset="0"/>
              </a:rPr>
              <a:t>The number </a:t>
            </a:r>
            <a:r>
              <a:rPr lang="en-US" dirty="0" smtClean="0">
                <a:ea typeface="ＭＳ Ｐゴシック" charset="0"/>
              </a:rPr>
              <a:t>is (</a:t>
            </a:r>
            <a:r>
              <a:rPr lang="en-US" i="1" dirty="0" smtClean="0">
                <a:ea typeface="ＭＳ Ｐゴシック" charset="0"/>
              </a:rPr>
              <a:t>n</a:t>
            </a:r>
            <a:r>
              <a:rPr lang="en-US" dirty="0" smtClean="0">
                <a:ea typeface="ＭＳ Ｐゴシック" charset="0"/>
              </a:rPr>
              <a:t>-1)!  </a:t>
            </a:r>
            <a:r>
              <a:rPr lang="en-US" dirty="0">
                <a:ea typeface="ＭＳ Ｐゴシック" charset="0"/>
              </a:rPr>
              <a:t>instead of </a:t>
            </a:r>
            <a:r>
              <a:rPr lang="en-US" dirty="0" smtClean="0">
                <a:ea typeface="ＭＳ Ｐゴシック" charset="0"/>
              </a:rPr>
              <a:t>the </a:t>
            </a:r>
            <a:r>
              <a:rPr lang="en-US" dirty="0">
                <a:ea typeface="ＭＳ Ｐゴシック" charset="0"/>
              </a:rPr>
              <a:t>usual </a:t>
            </a:r>
            <a:r>
              <a:rPr lang="en-US" dirty="0" smtClean="0">
                <a:ea typeface="ＭＳ Ｐゴシック" charset="0"/>
              </a:rPr>
              <a:t>factorial, </a:t>
            </a:r>
            <a:r>
              <a:rPr lang="en-US" i="1" dirty="0" smtClean="0">
                <a:ea typeface="ＭＳ Ｐゴシック" charset="0"/>
              </a:rPr>
              <a:t>n</a:t>
            </a:r>
            <a:r>
              <a:rPr lang="en-US" dirty="0" smtClean="0">
                <a:ea typeface="ＭＳ Ｐゴシック" charset="0"/>
              </a:rPr>
              <a:t>! since all cyclic permutations of objects are equivalent because the circle can be rotated. </a:t>
            </a:r>
            <a:endParaRPr lang="en-US" u="sng" dirty="0">
              <a:solidFill>
                <a:srgbClr val="292934"/>
              </a:solidFill>
              <a:ea typeface="ＭＳ Ｐゴシック" charset="0"/>
            </a:endParaRPr>
          </a:p>
        </p:txBody>
      </p:sp>
      <p:sp>
        <p:nvSpPr>
          <p:cNvPr id="72707" name="Slide Number Placeholder 3"/>
          <p:cNvSpPr>
            <a:spLocks noGrp="1"/>
          </p:cNvSpPr>
          <p:nvPr>
            <p:ph type="sldNum" sz="quarter" idx="12"/>
          </p:nvPr>
        </p:nvSpPr>
        <p:spPr bwMode="auto">
          <a:xfrm>
            <a:off x="3124200" y="6448425"/>
            <a:ext cx="2895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Arial" pitchFamily="34" charset="0"/>
              <a:buChar char="•"/>
              <a:defRPr sz="3200">
                <a:solidFill>
                  <a:schemeClr val="tx1"/>
                </a:solidFill>
                <a:latin typeface="Calibri" pitchFamily="34" charset="0"/>
                <a:ea typeface="ＭＳ Ｐゴシック" pitchFamily="34" charset="-128"/>
              </a:defRPr>
            </a:lvl1pPr>
            <a:lvl2pPr marL="742950" indent="-285750" eaLnBrk="0" hangingPunct="0">
              <a:spcBef>
                <a:spcPct val="20000"/>
              </a:spcBef>
              <a:buFont typeface="Arial" pitchFamily="34" charset="0"/>
              <a:buChar char="–"/>
              <a:defRPr sz="2800">
                <a:solidFill>
                  <a:schemeClr val="tx1"/>
                </a:solidFill>
                <a:latin typeface="Calibri" pitchFamily="34" charset="0"/>
                <a:ea typeface="ＭＳ Ｐゴシック" pitchFamily="34" charset="-128"/>
              </a:defRPr>
            </a:lvl2pPr>
            <a:lvl3pPr marL="1143000" indent="-228600" eaLnBrk="0" hangingPunct="0">
              <a:spcBef>
                <a:spcPct val="20000"/>
              </a:spcBef>
              <a:buFont typeface="Arial" pitchFamily="34" charset="0"/>
              <a:buChar char="•"/>
              <a:defRPr sz="2400">
                <a:solidFill>
                  <a:schemeClr val="tx1"/>
                </a:solidFill>
                <a:latin typeface="Calibri" pitchFamily="34" charset="0"/>
                <a:ea typeface="ＭＳ Ｐゴシック" pitchFamily="34" charset="-128"/>
              </a:defRPr>
            </a:lvl3pPr>
            <a:lvl4pPr marL="16002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4pPr>
            <a:lvl5pPr marL="20574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5pPr>
            <a:lvl6pPr marL="25146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6pPr>
            <a:lvl7pPr marL="29718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7pPr>
            <a:lvl8pPr marL="34290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8pPr>
            <a:lvl9pPr marL="38862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9pPr>
          </a:lstStyle>
          <a:p>
            <a:pPr algn="ctr" eaLnBrk="1" hangingPunct="1">
              <a:spcBef>
                <a:spcPct val="0"/>
              </a:spcBef>
              <a:buFontTx/>
              <a:buNone/>
            </a:pPr>
            <a:fld id="{947F91F6-7D76-4E9D-A7E3-935ED30BD02F}" type="slidenum">
              <a:rPr lang="en-US" altLang="en-US" sz="1200" smtClean="0">
                <a:solidFill>
                  <a:srgbClr val="898989"/>
                </a:solidFill>
              </a:rPr>
              <a:pPr algn="ctr" eaLnBrk="1" hangingPunct="1">
                <a:spcBef>
                  <a:spcPct val="0"/>
                </a:spcBef>
                <a:buFontTx/>
                <a:buNone/>
              </a:pPr>
              <a:t>23</a:t>
            </a:fld>
            <a:endParaRPr lang="en-US" altLang="en-US" sz="1200" smtClean="0">
              <a:solidFill>
                <a:srgbClr val="898989"/>
              </a:solidFill>
            </a:endParaRPr>
          </a:p>
        </p:txBody>
      </p:sp>
    </p:spTree>
    <p:extLst>
      <p:ext uri="{BB962C8B-B14F-4D97-AF65-F5344CB8AC3E}">
        <p14:creationId xmlns:p14="http://schemas.microsoft.com/office/powerpoint/2010/main" val="583260177"/>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68313" y="1125538"/>
            <a:ext cx="8229600" cy="4448175"/>
          </a:xfrm>
        </p:spPr>
        <p:txBody>
          <a:bodyPr/>
          <a:lstStyle/>
          <a:p>
            <a:pPr>
              <a:buFont typeface="Arial" charset="0"/>
              <a:buChar char="•"/>
              <a:defRPr/>
            </a:pPr>
            <a:r>
              <a:rPr lang="en-US" dirty="0" smtClean="0">
                <a:ea typeface="ＭＳ Ｐゴシック" charset="0"/>
              </a:rPr>
              <a:t>Thus, the number of permutations of 4 objects in a row = 4!</a:t>
            </a:r>
          </a:p>
          <a:p>
            <a:pPr marL="0" indent="0">
              <a:buFont typeface="Arial" charset="0"/>
              <a:buNone/>
              <a:defRPr/>
            </a:pPr>
            <a:endParaRPr lang="en-US" dirty="0" smtClean="0">
              <a:ea typeface="ＭＳ Ｐゴシック" charset="0"/>
            </a:endParaRPr>
          </a:p>
          <a:p>
            <a:pPr>
              <a:buFont typeface="Arial" charset="0"/>
              <a:buChar char="•"/>
              <a:defRPr/>
            </a:pPr>
            <a:r>
              <a:rPr lang="en-US" dirty="0" smtClean="0">
                <a:ea typeface="ＭＳ Ｐゴシック" charset="0"/>
              </a:rPr>
              <a:t>Where as the number of circular permutations of 4 objects is (4-1)! = 3!</a:t>
            </a:r>
            <a:endParaRPr lang="en-US" dirty="0">
              <a:ea typeface="ＭＳ Ｐゴシック" charset="0"/>
            </a:endParaRPr>
          </a:p>
        </p:txBody>
      </p:sp>
      <p:sp>
        <p:nvSpPr>
          <p:cNvPr id="73731" name="Slide Number Placeholder 3"/>
          <p:cNvSpPr>
            <a:spLocks noGrp="1"/>
          </p:cNvSpPr>
          <p:nvPr>
            <p:ph type="sldNum" sz="quarter" idx="12"/>
          </p:nvPr>
        </p:nvSpPr>
        <p:spPr bwMode="auto">
          <a:xfrm>
            <a:off x="3124200" y="6356350"/>
            <a:ext cx="2895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Arial" pitchFamily="34" charset="0"/>
              <a:buChar char="•"/>
              <a:defRPr sz="3200">
                <a:solidFill>
                  <a:schemeClr val="tx1"/>
                </a:solidFill>
                <a:latin typeface="Calibri" pitchFamily="34" charset="0"/>
                <a:ea typeface="ＭＳ Ｐゴシック" pitchFamily="34" charset="-128"/>
              </a:defRPr>
            </a:lvl1pPr>
            <a:lvl2pPr marL="742950" indent="-285750" eaLnBrk="0" hangingPunct="0">
              <a:spcBef>
                <a:spcPct val="20000"/>
              </a:spcBef>
              <a:buFont typeface="Arial" pitchFamily="34" charset="0"/>
              <a:buChar char="–"/>
              <a:defRPr sz="2800">
                <a:solidFill>
                  <a:schemeClr val="tx1"/>
                </a:solidFill>
                <a:latin typeface="Calibri" pitchFamily="34" charset="0"/>
                <a:ea typeface="ＭＳ Ｐゴシック" pitchFamily="34" charset="-128"/>
              </a:defRPr>
            </a:lvl2pPr>
            <a:lvl3pPr marL="1143000" indent="-228600" eaLnBrk="0" hangingPunct="0">
              <a:spcBef>
                <a:spcPct val="20000"/>
              </a:spcBef>
              <a:buFont typeface="Arial" pitchFamily="34" charset="0"/>
              <a:buChar char="•"/>
              <a:defRPr sz="2400">
                <a:solidFill>
                  <a:schemeClr val="tx1"/>
                </a:solidFill>
                <a:latin typeface="Calibri" pitchFamily="34" charset="0"/>
                <a:ea typeface="ＭＳ Ｐゴシック" pitchFamily="34" charset="-128"/>
              </a:defRPr>
            </a:lvl3pPr>
            <a:lvl4pPr marL="16002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4pPr>
            <a:lvl5pPr marL="20574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5pPr>
            <a:lvl6pPr marL="25146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6pPr>
            <a:lvl7pPr marL="29718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7pPr>
            <a:lvl8pPr marL="34290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8pPr>
            <a:lvl9pPr marL="38862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9pPr>
          </a:lstStyle>
          <a:p>
            <a:pPr algn="ctr" eaLnBrk="1" hangingPunct="1">
              <a:spcBef>
                <a:spcPct val="0"/>
              </a:spcBef>
              <a:buFontTx/>
              <a:buNone/>
            </a:pPr>
            <a:fld id="{792C4A7D-DCD2-4C6E-B088-0EF44B3DE004}" type="slidenum">
              <a:rPr lang="en-US" altLang="en-US" sz="1200" smtClean="0">
                <a:solidFill>
                  <a:srgbClr val="898989"/>
                </a:solidFill>
              </a:rPr>
              <a:pPr algn="ctr" eaLnBrk="1" hangingPunct="1">
                <a:spcBef>
                  <a:spcPct val="0"/>
                </a:spcBef>
                <a:buFontTx/>
                <a:buNone/>
              </a:pPr>
              <a:t>24</a:t>
            </a:fld>
            <a:endParaRPr lang="en-US" altLang="en-US" sz="1200" smtClean="0">
              <a:solidFill>
                <a:srgbClr val="898989"/>
              </a:solidFill>
            </a:endParaRPr>
          </a:p>
        </p:txBody>
      </p:sp>
    </p:spTree>
    <p:extLst>
      <p:ext uri="{BB962C8B-B14F-4D97-AF65-F5344CB8AC3E}">
        <p14:creationId xmlns:p14="http://schemas.microsoft.com/office/powerpoint/2010/main" val="1091615577"/>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Content Placeholder 5"/>
          <p:cNvSpPr>
            <a:spLocks noGrp="1"/>
          </p:cNvSpPr>
          <p:nvPr>
            <p:ph idx="1"/>
          </p:nvPr>
        </p:nvSpPr>
        <p:spPr>
          <a:xfrm>
            <a:off x="468313" y="1196975"/>
            <a:ext cx="8229600" cy="4643438"/>
          </a:xfrm>
        </p:spPr>
        <p:txBody>
          <a:bodyPr/>
          <a:lstStyle/>
          <a:p>
            <a:r>
              <a:rPr lang="en-US" altLang="en-US" smtClean="0"/>
              <a:t>Suppose we are expecting ten people for dinner.</a:t>
            </a:r>
          </a:p>
          <a:p>
            <a:r>
              <a:rPr lang="en-US" altLang="en-US" smtClean="0"/>
              <a:t>How many ways can we seat them around a circular table? </a:t>
            </a:r>
          </a:p>
        </p:txBody>
      </p:sp>
      <p:sp>
        <p:nvSpPr>
          <p:cNvPr id="74755" name="Slide Number Placeholder 2"/>
          <p:cNvSpPr>
            <a:spLocks noGrp="1"/>
          </p:cNvSpPr>
          <p:nvPr>
            <p:ph type="sldNum" sz="quarter" idx="12"/>
          </p:nvPr>
        </p:nvSpPr>
        <p:spPr bwMode="auto">
          <a:xfrm>
            <a:off x="3124200" y="6519863"/>
            <a:ext cx="2895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Arial" pitchFamily="34" charset="0"/>
              <a:buChar char="•"/>
              <a:defRPr sz="3200">
                <a:solidFill>
                  <a:schemeClr val="tx1"/>
                </a:solidFill>
                <a:latin typeface="Calibri" pitchFamily="34" charset="0"/>
                <a:ea typeface="ＭＳ Ｐゴシック" pitchFamily="34" charset="-128"/>
              </a:defRPr>
            </a:lvl1pPr>
            <a:lvl2pPr marL="742950" indent="-285750" eaLnBrk="0" hangingPunct="0">
              <a:spcBef>
                <a:spcPct val="20000"/>
              </a:spcBef>
              <a:buFont typeface="Arial" pitchFamily="34" charset="0"/>
              <a:buChar char="–"/>
              <a:defRPr sz="2800">
                <a:solidFill>
                  <a:schemeClr val="tx1"/>
                </a:solidFill>
                <a:latin typeface="Calibri" pitchFamily="34" charset="0"/>
                <a:ea typeface="ＭＳ Ｐゴシック" pitchFamily="34" charset="-128"/>
              </a:defRPr>
            </a:lvl2pPr>
            <a:lvl3pPr marL="1143000" indent="-228600" eaLnBrk="0" hangingPunct="0">
              <a:spcBef>
                <a:spcPct val="20000"/>
              </a:spcBef>
              <a:buFont typeface="Arial" pitchFamily="34" charset="0"/>
              <a:buChar char="•"/>
              <a:defRPr sz="2400">
                <a:solidFill>
                  <a:schemeClr val="tx1"/>
                </a:solidFill>
                <a:latin typeface="Calibri" pitchFamily="34" charset="0"/>
                <a:ea typeface="ＭＳ Ｐゴシック" pitchFamily="34" charset="-128"/>
              </a:defRPr>
            </a:lvl3pPr>
            <a:lvl4pPr marL="16002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4pPr>
            <a:lvl5pPr marL="20574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5pPr>
            <a:lvl6pPr marL="25146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6pPr>
            <a:lvl7pPr marL="29718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7pPr>
            <a:lvl8pPr marL="34290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8pPr>
            <a:lvl9pPr marL="38862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9pPr>
          </a:lstStyle>
          <a:p>
            <a:pPr algn="ctr" eaLnBrk="1" hangingPunct="1">
              <a:spcBef>
                <a:spcPct val="0"/>
              </a:spcBef>
              <a:buFontTx/>
              <a:buNone/>
            </a:pPr>
            <a:fld id="{6AE1CF92-1835-46F3-ABD3-3965277CADA9}" type="slidenum">
              <a:rPr lang="en-US" altLang="en-US" sz="1200" smtClean="0">
                <a:solidFill>
                  <a:srgbClr val="898989"/>
                </a:solidFill>
              </a:rPr>
              <a:pPr algn="ctr" eaLnBrk="1" hangingPunct="1">
                <a:spcBef>
                  <a:spcPct val="0"/>
                </a:spcBef>
                <a:buFontTx/>
                <a:buNone/>
              </a:pPr>
              <a:t>25</a:t>
            </a:fld>
            <a:endParaRPr lang="en-US" altLang="en-US" sz="1200" smtClean="0">
              <a:solidFill>
                <a:srgbClr val="898989"/>
              </a:solidFill>
            </a:endParaRPr>
          </a:p>
        </p:txBody>
      </p:sp>
      <p:pic>
        <p:nvPicPr>
          <p:cNvPr id="74756"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35150" y="3429000"/>
            <a:ext cx="5857875" cy="2640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p:cNvSpPr/>
          <p:nvPr/>
        </p:nvSpPr>
        <p:spPr>
          <a:xfrm>
            <a:off x="3875455" y="260648"/>
            <a:ext cx="2376522" cy="707886"/>
          </a:xfrm>
          <a:prstGeom prst="rect">
            <a:avLst/>
          </a:prstGeom>
          <a:noFill/>
        </p:spPr>
        <p:txBody>
          <a:bodyPr wrap="none">
            <a:spAutoFit/>
          </a:bodyPr>
          <a:lstStyle/>
          <a:p>
            <a:pPr algn="ctr" fontAlgn="base">
              <a:spcBef>
                <a:spcPct val="0"/>
              </a:spcBef>
              <a:spcAft>
                <a:spcPct val="0"/>
              </a:spcAft>
              <a:defRPr/>
            </a:pPr>
            <a:r>
              <a:rPr lang="en-US" sz="4000" b="1" dirty="0">
                <a:ln w="10541" cmpd="sng">
                  <a:solidFill>
                    <a:srgbClr val="4F81BD">
                      <a:shade val="88000"/>
                      <a:satMod val="110000"/>
                    </a:srgbClr>
                  </a:solidFill>
                  <a:prstDash val="solid"/>
                </a:ln>
                <a:gradFill>
                  <a:gsLst>
                    <a:gs pos="0">
                      <a:srgbClr val="4F81BD">
                        <a:tint val="40000"/>
                        <a:satMod val="250000"/>
                      </a:srgbClr>
                    </a:gs>
                    <a:gs pos="9000">
                      <a:srgbClr val="4F81BD">
                        <a:tint val="52000"/>
                        <a:satMod val="300000"/>
                      </a:srgbClr>
                    </a:gs>
                    <a:gs pos="50000">
                      <a:srgbClr val="4F81BD">
                        <a:shade val="20000"/>
                        <a:satMod val="300000"/>
                      </a:srgbClr>
                    </a:gs>
                    <a:gs pos="79000">
                      <a:srgbClr val="4F81BD">
                        <a:tint val="52000"/>
                        <a:satMod val="300000"/>
                      </a:srgbClr>
                    </a:gs>
                    <a:gs pos="100000">
                      <a:srgbClr val="4F81BD">
                        <a:tint val="40000"/>
                        <a:satMod val="250000"/>
                      </a:srgbClr>
                    </a:gs>
                  </a:gsLst>
                  <a:lin ang="5400000"/>
                </a:gradFill>
                <a:ea typeface="ＭＳ Ｐゴシック" charset="0"/>
                <a:cs typeface="ＭＳ Ｐゴシック" charset="0"/>
              </a:rPr>
              <a:t>Example 1</a:t>
            </a:r>
          </a:p>
        </p:txBody>
      </p:sp>
    </p:spTree>
    <p:extLst>
      <p:ext uri="{BB962C8B-B14F-4D97-AF65-F5344CB8AC3E}">
        <p14:creationId xmlns:p14="http://schemas.microsoft.com/office/powerpoint/2010/main" val="884501498"/>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Content Placeholder 5"/>
          <p:cNvSpPr>
            <a:spLocks noGrp="1"/>
          </p:cNvSpPr>
          <p:nvPr>
            <p:ph idx="1"/>
          </p:nvPr>
        </p:nvSpPr>
        <p:spPr>
          <a:xfrm>
            <a:off x="395288" y="1125538"/>
            <a:ext cx="8229600" cy="4643437"/>
          </a:xfrm>
        </p:spPr>
        <p:txBody>
          <a:bodyPr/>
          <a:lstStyle/>
          <a:p>
            <a:pPr>
              <a:spcAft>
                <a:spcPts val="600"/>
              </a:spcAft>
            </a:pPr>
            <a:r>
              <a:rPr lang="en-US" altLang="en-US" smtClean="0"/>
              <a:t>First, let's think about how many ways we can line them up. </a:t>
            </a:r>
          </a:p>
          <a:p>
            <a:pPr>
              <a:spcAft>
                <a:spcPts val="600"/>
              </a:spcAft>
            </a:pPr>
            <a:r>
              <a:rPr lang="en-US" altLang="en-US" smtClean="0"/>
              <a:t>As we indicated above, there will be 10! ways to line up ten guests</a:t>
            </a:r>
          </a:p>
          <a:p>
            <a:pPr>
              <a:spcAft>
                <a:spcPts val="600"/>
              </a:spcAft>
            </a:pPr>
            <a:r>
              <a:rPr lang="en-US" altLang="en-US" smtClean="0"/>
              <a:t>10 for the first position, 9 for the second, 8 for the third, and so on.</a:t>
            </a:r>
          </a:p>
          <a:p>
            <a:pPr algn="ctr">
              <a:spcAft>
                <a:spcPts val="600"/>
              </a:spcAft>
              <a:buFont typeface="Arial" pitchFamily="34" charset="0"/>
              <a:buNone/>
            </a:pPr>
            <a:r>
              <a:rPr lang="en-US" altLang="en-US" smtClean="0"/>
              <a:t>10! = 10</a:t>
            </a:r>
            <a:r>
              <a:rPr lang="en-US" altLang="en-US" smtClean="0">
                <a:latin typeface="Lucida Sans Unicode" pitchFamily="34" charset="0"/>
                <a:cs typeface="Lucida Sans Unicode" pitchFamily="34" charset="0"/>
              </a:rPr>
              <a:t>×9×8×7×6×5×4×3×2×1</a:t>
            </a:r>
            <a:endParaRPr lang="en-US" altLang="en-US" smtClean="0"/>
          </a:p>
        </p:txBody>
      </p:sp>
      <p:sp>
        <p:nvSpPr>
          <p:cNvPr id="75779" name="Slide Number Placeholder 2"/>
          <p:cNvSpPr>
            <a:spLocks noGrp="1"/>
          </p:cNvSpPr>
          <p:nvPr>
            <p:ph type="sldNum" sz="quarter" idx="12"/>
          </p:nvPr>
        </p:nvSpPr>
        <p:spPr bwMode="auto">
          <a:xfrm>
            <a:off x="3124200" y="6448425"/>
            <a:ext cx="2895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Arial" pitchFamily="34" charset="0"/>
              <a:buChar char="•"/>
              <a:defRPr sz="3200">
                <a:solidFill>
                  <a:schemeClr val="tx1"/>
                </a:solidFill>
                <a:latin typeface="Calibri" pitchFamily="34" charset="0"/>
                <a:ea typeface="ＭＳ Ｐゴシック" pitchFamily="34" charset="-128"/>
              </a:defRPr>
            </a:lvl1pPr>
            <a:lvl2pPr marL="742950" indent="-285750" eaLnBrk="0" hangingPunct="0">
              <a:spcBef>
                <a:spcPct val="20000"/>
              </a:spcBef>
              <a:buFont typeface="Arial" pitchFamily="34" charset="0"/>
              <a:buChar char="–"/>
              <a:defRPr sz="2800">
                <a:solidFill>
                  <a:schemeClr val="tx1"/>
                </a:solidFill>
                <a:latin typeface="Calibri" pitchFamily="34" charset="0"/>
                <a:ea typeface="ＭＳ Ｐゴシック" pitchFamily="34" charset="-128"/>
              </a:defRPr>
            </a:lvl2pPr>
            <a:lvl3pPr marL="1143000" indent="-228600" eaLnBrk="0" hangingPunct="0">
              <a:spcBef>
                <a:spcPct val="20000"/>
              </a:spcBef>
              <a:buFont typeface="Arial" pitchFamily="34" charset="0"/>
              <a:buChar char="•"/>
              <a:defRPr sz="2400">
                <a:solidFill>
                  <a:schemeClr val="tx1"/>
                </a:solidFill>
                <a:latin typeface="Calibri" pitchFamily="34" charset="0"/>
                <a:ea typeface="ＭＳ Ｐゴシック" pitchFamily="34" charset="-128"/>
              </a:defRPr>
            </a:lvl3pPr>
            <a:lvl4pPr marL="16002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4pPr>
            <a:lvl5pPr marL="20574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5pPr>
            <a:lvl6pPr marL="25146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6pPr>
            <a:lvl7pPr marL="29718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7pPr>
            <a:lvl8pPr marL="34290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8pPr>
            <a:lvl9pPr marL="38862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9pPr>
          </a:lstStyle>
          <a:p>
            <a:pPr algn="ctr" eaLnBrk="1" hangingPunct="1">
              <a:spcBef>
                <a:spcPct val="0"/>
              </a:spcBef>
              <a:buFontTx/>
              <a:buNone/>
            </a:pPr>
            <a:fld id="{B7778815-3502-4476-BB64-E200124919CD}" type="slidenum">
              <a:rPr lang="en-US" altLang="en-US" sz="1200" smtClean="0">
                <a:solidFill>
                  <a:srgbClr val="898989"/>
                </a:solidFill>
              </a:rPr>
              <a:pPr algn="ctr" eaLnBrk="1" hangingPunct="1">
                <a:spcBef>
                  <a:spcPct val="0"/>
                </a:spcBef>
                <a:buFontTx/>
                <a:buNone/>
              </a:pPr>
              <a:t>26</a:t>
            </a:fld>
            <a:endParaRPr lang="en-US" altLang="en-US" sz="1200" smtClean="0">
              <a:solidFill>
                <a:srgbClr val="898989"/>
              </a:solidFill>
            </a:endParaRPr>
          </a:p>
        </p:txBody>
      </p:sp>
      <p:sp>
        <p:nvSpPr>
          <p:cNvPr id="5" name="Rectangle 4"/>
          <p:cNvSpPr/>
          <p:nvPr/>
        </p:nvSpPr>
        <p:spPr>
          <a:xfrm>
            <a:off x="2795558" y="260648"/>
            <a:ext cx="4536318" cy="707886"/>
          </a:xfrm>
          <a:prstGeom prst="rect">
            <a:avLst/>
          </a:prstGeom>
          <a:noFill/>
        </p:spPr>
        <p:txBody>
          <a:bodyPr wrap="none">
            <a:spAutoFit/>
          </a:bodyPr>
          <a:lstStyle/>
          <a:p>
            <a:pPr algn="ctr" fontAlgn="base">
              <a:spcBef>
                <a:spcPct val="0"/>
              </a:spcBef>
              <a:spcAft>
                <a:spcPct val="0"/>
              </a:spcAft>
              <a:defRPr/>
            </a:pPr>
            <a:r>
              <a:rPr lang="en-US" sz="4000" b="1" dirty="0">
                <a:ln w="10541" cmpd="sng">
                  <a:solidFill>
                    <a:srgbClr val="4F81BD">
                      <a:shade val="88000"/>
                      <a:satMod val="110000"/>
                    </a:srgbClr>
                  </a:solidFill>
                  <a:prstDash val="solid"/>
                </a:ln>
                <a:gradFill>
                  <a:gsLst>
                    <a:gs pos="0">
                      <a:srgbClr val="4F81BD">
                        <a:tint val="40000"/>
                        <a:satMod val="250000"/>
                      </a:srgbClr>
                    </a:gs>
                    <a:gs pos="9000">
                      <a:srgbClr val="4F81BD">
                        <a:tint val="52000"/>
                        <a:satMod val="300000"/>
                      </a:srgbClr>
                    </a:gs>
                    <a:gs pos="50000">
                      <a:srgbClr val="4F81BD">
                        <a:shade val="20000"/>
                        <a:satMod val="300000"/>
                      </a:srgbClr>
                    </a:gs>
                    <a:gs pos="79000">
                      <a:srgbClr val="4F81BD">
                        <a:tint val="52000"/>
                        <a:satMod val="300000"/>
                      </a:srgbClr>
                    </a:gs>
                    <a:gs pos="100000">
                      <a:srgbClr val="4F81BD">
                        <a:tint val="40000"/>
                        <a:satMod val="250000"/>
                      </a:srgbClr>
                    </a:gs>
                  </a:gsLst>
                  <a:lin ang="5400000"/>
                </a:gradFill>
                <a:ea typeface="ＭＳ Ｐゴシック" charset="0"/>
                <a:cs typeface="ＭＳ Ｐゴシック" charset="0"/>
              </a:rPr>
              <a:t>Example 1 - Solution</a:t>
            </a:r>
          </a:p>
        </p:txBody>
      </p:sp>
    </p:spTree>
    <p:extLst>
      <p:ext uri="{BB962C8B-B14F-4D97-AF65-F5344CB8AC3E}">
        <p14:creationId xmlns:p14="http://schemas.microsoft.com/office/powerpoint/2010/main" val="2236821485"/>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Slide Number Placeholder 3"/>
          <p:cNvSpPr>
            <a:spLocks noGrp="1"/>
          </p:cNvSpPr>
          <p:nvPr>
            <p:ph type="sldNum" sz="quarter" idx="12"/>
          </p:nvPr>
        </p:nvSpPr>
        <p:spPr bwMode="auto">
          <a:xfrm>
            <a:off x="3124200" y="6519863"/>
            <a:ext cx="2895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Arial" pitchFamily="34" charset="0"/>
              <a:buChar char="•"/>
              <a:defRPr sz="3200">
                <a:solidFill>
                  <a:schemeClr val="tx1"/>
                </a:solidFill>
                <a:latin typeface="Calibri" pitchFamily="34" charset="0"/>
                <a:ea typeface="ＭＳ Ｐゴシック" pitchFamily="34" charset="-128"/>
              </a:defRPr>
            </a:lvl1pPr>
            <a:lvl2pPr marL="742950" indent="-285750" eaLnBrk="0" hangingPunct="0">
              <a:spcBef>
                <a:spcPct val="20000"/>
              </a:spcBef>
              <a:buFont typeface="Arial" pitchFamily="34" charset="0"/>
              <a:buChar char="–"/>
              <a:defRPr sz="2800">
                <a:solidFill>
                  <a:schemeClr val="tx1"/>
                </a:solidFill>
                <a:latin typeface="Calibri" pitchFamily="34" charset="0"/>
                <a:ea typeface="ＭＳ Ｐゴシック" pitchFamily="34" charset="-128"/>
              </a:defRPr>
            </a:lvl2pPr>
            <a:lvl3pPr marL="1143000" indent="-228600" eaLnBrk="0" hangingPunct="0">
              <a:spcBef>
                <a:spcPct val="20000"/>
              </a:spcBef>
              <a:buFont typeface="Arial" pitchFamily="34" charset="0"/>
              <a:buChar char="•"/>
              <a:defRPr sz="2400">
                <a:solidFill>
                  <a:schemeClr val="tx1"/>
                </a:solidFill>
                <a:latin typeface="Calibri" pitchFamily="34" charset="0"/>
                <a:ea typeface="ＭＳ Ｐゴシック" pitchFamily="34" charset="-128"/>
              </a:defRPr>
            </a:lvl3pPr>
            <a:lvl4pPr marL="16002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4pPr>
            <a:lvl5pPr marL="20574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5pPr>
            <a:lvl6pPr marL="25146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6pPr>
            <a:lvl7pPr marL="29718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7pPr>
            <a:lvl8pPr marL="34290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8pPr>
            <a:lvl9pPr marL="38862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9pPr>
          </a:lstStyle>
          <a:p>
            <a:pPr algn="ctr" eaLnBrk="1" hangingPunct="1">
              <a:spcBef>
                <a:spcPct val="0"/>
              </a:spcBef>
              <a:buFontTx/>
              <a:buNone/>
            </a:pPr>
            <a:fld id="{C30D8EFB-0D36-4A9C-B397-DBD317E174CA}" type="slidenum">
              <a:rPr lang="en-US" altLang="en-US" sz="1200" smtClean="0">
                <a:solidFill>
                  <a:srgbClr val="898989"/>
                </a:solidFill>
              </a:rPr>
              <a:pPr algn="ctr" eaLnBrk="1" hangingPunct="1">
                <a:spcBef>
                  <a:spcPct val="0"/>
                </a:spcBef>
                <a:buFontTx/>
                <a:buNone/>
              </a:pPr>
              <a:t>27</a:t>
            </a:fld>
            <a:endParaRPr lang="en-US" altLang="en-US" sz="1200" smtClean="0">
              <a:solidFill>
                <a:srgbClr val="898989"/>
              </a:solidFill>
            </a:endParaRPr>
          </a:p>
        </p:txBody>
      </p:sp>
      <p:pic>
        <p:nvPicPr>
          <p:cNvPr id="76803"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4375" y="1643063"/>
            <a:ext cx="7781925" cy="4357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6804" name="Rectangle 4"/>
          <p:cNvSpPr>
            <a:spLocks noChangeArrowheads="1"/>
          </p:cNvSpPr>
          <p:nvPr/>
        </p:nvSpPr>
        <p:spPr bwMode="auto">
          <a:xfrm>
            <a:off x="684213" y="981075"/>
            <a:ext cx="75596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Arial" pitchFamily="34" charset="0"/>
              <a:buChar char="•"/>
              <a:defRPr sz="3200">
                <a:solidFill>
                  <a:schemeClr val="tx1"/>
                </a:solidFill>
                <a:latin typeface="Calibri" pitchFamily="34" charset="0"/>
                <a:ea typeface="ＭＳ Ｐゴシック" pitchFamily="34" charset="-128"/>
              </a:defRPr>
            </a:lvl1pPr>
            <a:lvl2pPr marL="742950" indent="-285750" eaLnBrk="0" hangingPunct="0">
              <a:spcBef>
                <a:spcPct val="20000"/>
              </a:spcBef>
              <a:buFont typeface="Arial" pitchFamily="34" charset="0"/>
              <a:buChar char="–"/>
              <a:defRPr sz="2800">
                <a:solidFill>
                  <a:schemeClr val="tx1"/>
                </a:solidFill>
                <a:latin typeface="Calibri" pitchFamily="34" charset="0"/>
                <a:ea typeface="ＭＳ Ｐゴシック" pitchFamily="34" charset="-128"/>
              </a:defRPr>
            </a:lvl2pPr>
            <a:lvl3pPr marL="1143000" indent="-228600" eaLnBrk="0" hangingPunct="0">
              <a:spcBef>
                <a:spcPct val="20000"/>
              </a:spcBef>
              <a:buFont typeface="Arial" pitchFamily="34" charset="0"/>
              <a:buChar char="•"/>
              <a:defRPr sz="2400">
                <a:solidFill>
                  <a:schemeClr val="tx1"/>
                </a:solidFill>
                <a:latin typeface="Calibri" pitchFamily="34" charset="0"/>
                <a:ea typeface="ＭＳ Ｐゴシック" pitchFamily="34" charset="-128"/>
              </a:defRPr>
            </a:lvl3pPr>
            <a:lvl4pPr marL="16002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4pPr>
            <a:lvl5pPr marL="20574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5pPr>
            <a:lvl6pPr marL="25146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6pPr>
            <a:lvl7pPr marL="29718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7pPr>
            <a:lvl8pPr marL="34290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8pPr>
            <a:lvl9pPr marL="38862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9pPr>
          </a:lstStyle>
          <a:p>
            <a:pPr eaLnBrk="1" fontAlgn="base" hangingPunct="1">
              <a:spcBef>
                <a:spcPct val="0"/>
              </a:spcBef>
              <a:spcAft>
                <a:spcPct val="0"/>
              </a:spcAft>
              <a:buFontTx/>
              <a:buNone/>
            </a:pPr>
            <a:r>
              <a:rPr lang="en-US" altLang="en-US" sz="2000" b="1">
                <a:solidFill>
                  <a:prstClr val="black"/>
                </a:solidFill>
              </a:rPr>
              <a:t>How does this change if they are seated around a circular table? </a:t>
            </a:r>
          </a:p>
        </p:txBody>
      </p:sp>
    </p:spTree>
    <p:extLst>
      <p:ext uri="{BB962C8B-B14F-4D97-AF65-F5344CB8AC3E}">
        <p14:creationId xmlns:p14="http://schemas.microsoft.com/office/powerpoint/2010/main" val="357489964"/>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Content Placeholder 2"/>
          <p:cNvSpPr>
            <a:spLocks noGrp="1"/>
          </p:cNvSpPr>
          <p:nvPr>
            <p:ph idx="1"/>
          </p:nvPr>
        </p:nvSpPr>
        <p:spPr>
          <a:xfrm>
            <a:off x="500063" y="1643063"/>
            <a:ext cx="2500312" cy="4786312"/>
          </a:xfrm>
        </p:spPr>
        <p:txBody>
          <a:bodyPr/>
          <a:lstStyle/>
          <a:p>
            <a:r>
              <a:rPr lang="en-US" altLang="en-US" sz="2400" smtClean="0"/>
              <a:t>Notice that every </a:t>
            </a:r>
            <a:r>
              <a:rPr lang="en-US" altLang="en-US" sz="2400" b="1" smtClean="0"/>
              <a:t>circular arrangement </a:t>
            </a:r>
            <a:r>
              <a:rPr lang="en-US" altLang="en-US" sz="2400" smtClean="0"/>
              <a:t>corresponds to ten different linear arrangements.</a:t>
            </a:r>
          </a:p>
        </p:txBody>
      </p:sp>
      <p:sp>
        <p:nvSpPr>
          <p:cNvPr id="77827" name="Slide Number Placeholder 3"/>
          <p:cNvSpPr>
            <a:spLocks noGrp="1"/>
          </p:cNvSpPr>
          <p:nvPr>
            <p:ph type="sldNum" sz="quarter" idx="12"/>
          </p:nvPr>
        </p:nvSpPr>
        <p:spPr bwMode="auto">
          <a:xfrm>
            <a:off x="3124200" y="6356350"/>
            <a:ext cx="2895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Arial" pitchFamily="34" charset="0"/>
              <a:buChar char="•"/>
              <a:defRPr sz="3200">
                <a:solidFill>
                  <a:schemeClr val="tx1"/>
                </a:solidFill>
                <a:latin typeface="Calibri" pitchFamily="34" charset="0"/>
                <a:ea typeface="ＭＳ Ｐゴシック" pitchFamily="34" charset="-128"/>
              </a:defRPr>
            </a:lvl1pPr>
            <a:lvl2pPr marL="742950" indent="-285750" eaLnBrk="0" hangingPunct="0">
              <a:spcBef>
                <a:spcPct val="20000"/>
              </a:spcBef>
              <a:buFont typeface="Arial" pitchFamily="34" charset="0"/>
              <a:buChar char="–"/>
              <a:defRPr sz="2800">
                <a:solidFill>
                  <a:schemeClr val="tx1"/>
                </a:solidFill>
                <a:latin typeface="Calibri" pitchFamily="34" charset="0"/>
                <a:ea typeface="ＭＳ Ｐゴシック" pitchFamily="34" charset="-128"/>
              </a:defRPr>
            </a:lvl2pPr>
            <a:lvl3pPr marL="1143000" indent="-228600" eaLnBrk="0" hangingPunct="0">
              <a:spcBef>
                <a:spcPct val="20000"/>
              </a:spcBef>
              <a:buFont typeface="Arial" pitchFamily="34" charset="0"/>
              <a:buChar char="•"/>
              <a:defRPr sz="2400">
                <a:solidFill>
                  <a:schemeClr val="tx1"/>
                </a:solidFill>
                <a:latin typeface="Calibri" pitchFamily="34" charset="0"/>
                <a:ea typeface="ＭＳ Ｐゴシック" pitchFamily="34" charset="-128"/>
              </a:defRPr>
            </a:lvl3pPr>
            <a:lvl4pPr marL="16002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4pPr>
            <a:lvl5pPr marL="20574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5pPr>
            <a:lvl6pPr marL="25146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6pPr>
            <a:lvl7pPr marL="29718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7pPr>
            <a:lvl8pPr marL="34290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8pPr>
            <a:lvl9pPr marL="38862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9pPr>
          </a:lstStyle>
          <a:p>
            <a:pPr algn="ctr" eaLnBrk="1" hangingPunct="1">
              <a:spcBef>
                <a:spcPct val="0"/>
              </a:spcBef>
              <a:buFontTx/>
              <a:buNone/>
            </a:pPr>
            <a:fld id="{20F39499-94F6-4F83-A231-6B030AF0C26C}" type="slidenum">
              <a:rPr lang="en-US" altLang="en-US" sz="1200" smtClean="0">
                <a:solidFill>
                  <a:srgbClr val="898989"/>
                </a:solidFill>
              </a:rPr>
              <a:pPr algn="ctr" eaLnBrk="1" hangingPunct="1">
                <a:spcBef>
                  <a:spcPct val="0"/>
                </a:spcBef>
                <a:buFontTx/>
                <a:buNone/>
              </a:pPr>
              <a:t>28</a:t>
            </a:fld>
            <a:endParaRPr lang="en-US" altLang="en-US" sz="1200" smtClean="0">
              <a:solidFill>
                <a:srgbClr val="898989"/>
              </a:solidFill>
            </a:endParaRPr>
          </a:p>
        </p:txBody>
      </p:sp>
      <p:pic>
        <p:nvPicPr>
          <p:cNvPr id="7782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00375" y="1643063"/>
            <a:ext cx="6024563" cy="471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253442290"/>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Content Placeholder 2"/>
          <p:cNvSpPr>
            <a:spLocks noGrp="1"/>
          </p:cNvSpPr>
          <p:nvPr>
            <p:ph idx="1"/>
          </p:nvPr>
        </p:nvSpPr>
        <p:spPr>
          <a:xfrm>
            <a:off x="468313" y="1341438"/>
            <a:ext cx="8229600" cy="4662487"/>
          </a:xfrm>
        </p:spPr>
        <p:txBody>
          <a:bodyPr/>
          <a:lstStyle/>
          <a:p>
            <a:r>
              <a:rPr lang="en-US" altLang="en-US" sz="2800" dirty="0" smtClean="0"/>
              <a:t>Using our reasoning from before, we can see that the number of circular arrangements is equal to the number of linear arrangements, 10!, divided by ten to compensate for the fact that each circular permutation corresponds to ten different linear ones. </a:t>
            </a:r>
          </a:p>
          <a:p>
            <a:r>
              <a:rPr lang="en-US" altLang="en-US" sz="2800" dirty="0" smtClean="0"/>
              <a:t>This gives as the number of ways to arrange ten guests around a table. </a:t>
            </a:r>
          </a:p>
          <a:p>
            <a:r>
              <a:rPr lang="en-US" altLang="en-US" sz="2800" dirty="0" smtClean="0"/>
              <a:t>We can generalize this to say that </a:t>
            </a:r>
            <a:r>
              <a:rPr lang="en-US" altLang="en-US" sz="2800" b="1" i="1" dirty="0" smtClean="0"/>
              <a:t>n</a:t>
            </a:r>
            <a:r>
              <a:rPr lang="en-US" altLang="en-US" sz="2800" dirty="0" smtClean="0"/>
              <a:t> elements can be arranged in </a:t>
            </a:r>
            <a:r>
              <a:rPr lang="en-US" altLang="en-US" sz="2800" b="1" dirty="0" smtClean="0"/>
              <a:t>(</a:t>
            </a:r>
            <a:r>
              <a:rPr lang="en-US" altLang="en-US" sz="2800" b="1" i="1" dirty="0" smtClean="0"/>
              <a:t>n</a:t>
            </a:r>
            <a:r>
              <a:rPr lang="en-US" altLang="en-US" sz="2800" b="1" dirty="0" smtClean="0"/>
              <a:t>-1)! </a:t>
            </a:r>
            <a:r>
              <a:rPr lang="en-US" altLang="en-US" sz="2800" dirty="0" smtClean="0"/>
              <a:t>ways around a circle.</a:t>
            </a:r>
          </a:p>
        </p:txBody>
      </p:sp>
      <p:sp>
        <p:nvSpPr>
          <p:cNvPr id="78851" name="Slide Number Placeholder 3"/>
          <p:cNvSpPr>
            <a:spLocks noGrp="1"/>
          </p:cNvSpPr>
          <p:nvPr>
            <p:ph type="sldNum" sz="quarter" idx="12"/>
          </p:nvPr>
        </p:nvSpPr>
        <p:spPr bwMode="auto">
          <a:xfrm>
            <a:off x="3124200" y="6356350"/>
            <a:ext cx="2895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Arial" pitchFamily="34" charset="0"/>
              <a:buChar char="•"/>
              <a:defRPr sz="3200">
                <a:solidFill>
                  <a:schemeClr val="tx1"/>
                </a:solidFill>
                <a:latin typeface="Calibri" pitchFamily="34" charset="0"/>
                <a:ea typeface="ＭＳ Ｐゴシック" pitchFamily="34" charset="-128"/>
              </a:defRPr>
            </a:lvl1pPr>
            <a:lvl2pPr marL="742950" indent="-285750" eaLnBrk="0" hangingPunct="0">
              <a:spcBef>
                <a:spcPct val="20000"/>
              </a:spcBef>
              <a:buFont typeface="Arial" pitchFamily="34" charset="0"/>
              <a:buChar char="–"/>
              <a:defRPr sz="2800">
                <a:solidFill>
                  <a:schemeClr val="tx1"/>
                </a:solidFill>
                <a:latin typeface="Calibri" pitchFamily="34" charset="0"/>
                <a:ea typeface="ＭＳ Ｐゴシック" pitchFamily="34" charset="-128"/>
              </a:defRPr>
            </a:lvl2pPr>
            <a:lvl3pPr marL="1143000" indent="-228600" eaLnBrk="0" hangingPunct="0">
              <a:spcBef>
                <a:spcPct val="20000"/>
              </a:spcBef>
              <a:buFont typeface="Arial" pitchFamily="34" charset="0"/>
              <a:buChar char="•"/>
              <a:defRPr sz="2400">
                <a:solidFill>
                  <a:schemeClr val="tx1"/>
                </a:solidFill>
                <a:latin typeface="Calibri" pitchFamily="34" charset="0"/>
                <a:ea typeface="ＭＳ Ｐゴシック" pitchFamily="34" charset="-128"/>
              </a:defRPr>
            </a:lvl3pPr>
            <a:lvl4pPr marL="16002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4pPr>
            <a:lvl5pPr marL="20574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5pPr>
            <a:lvl6pPr marL="25146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6pPr>
            <a:lvl7pPr marL="29718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7pPr>
            <a:lvl8pPr marL="34290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8pPr>
            <a:lvl9pPr marL="38862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9pPr>
          </a:lstStyle>
          <a:p>
            <a:pPr algn="ctr" eaLnBrk="1" hangingPunct="1">
              <a:spcBef>
                <a:spcPct val="0"/>
              </a:spcBef>
              <a:buFontTx/>
              <a:buNone/>
            </a:pPr>
            <a:fld id="{43F06121-E214-4482-A381-283A2D694FED}" type="slidenum">
              <a:rPr lang="en-US" altLang="en-US" sz="1200" smtClean="0">
                <a:solidFill>
                  <a:srgbClr val="898989"/>
                </a:solidFill>
              </a:rPr>
              <a:pPr algn="ctr" eaLnBrk="1" hangingPunct="1">
                <a:spcBef>
                  <a:spcPct val="0"/>
                </a:spcBef>
                <a:buFontTx/>
                <a:buNone/>
              </a:pPr>
              <a:t>29</a:t>
            </a:fld>
            <a:endParaRPr lang="en-US" altLang="en-US" sz="1200" smtClean="0">
              <a:solidFill>
                <a:srgbClr val="898989"/>
              </a:solidFill>
            </a:endParaRPr>
          </a:p>
        </p:txBody>
      </p:sp>
    </p:spTree>
    <p:extLst>
      <p:ext uri="{BB962C8B-B14F-4D97-AF65-F5344CB8AC3E}">
        <p14:creationId xmlns:p14="http://schemas.microsoft.com/office/powerpoint/2010/main" val="3685345217"/>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Slide Number Placeholder 2"/>
          <p:cNvSpPr>
            <a:spLocks noGrp="1"/>
          </p:cNvSpPr>
          <p:nvPr>
            <p:ph type="sldNum" sz="quarter" idx="12"/>
          </p:nvPr>
        </p:nvSpPr>
        <p:spPr bwMode="auto">
          <a:xfrm>
            <a:off x="3124200" y="6356350"/>
            <a:ext cx="2895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Arial" pitchFamily="34" charset="0"/>
              <a:buChar char="•"/>
              <a:defRPr sz="3200">
                <a:solidFill>
                  <a:schemeClr val="tx1"/>
                </a:solidFill>
                <a:latin typeface="Calibri" pitchFamily="34" charset="0"/>
                <a:ea typeface="ＭＳ Ｐゴシック" pitchFamily="34" charset="-128"/>
              </a:defRPr>
            </a:lvl1pPr>
            <a:lvl2pPr marL="742950" indent="-285750" eaLnBrk="0" hangingPunct="0">
              <a:spcBef>
                <a:spcPct val="20000"/>
              </a:spcBef>
              <a:buFont typeface="Arial" pitchFamily="34" charset="0"/>
              <a:buChar char="–"/>
              <a:defRPr sz="2800">
                <a:solidFill>
                  <a:schemeClr val="tx1"/>
                </a:solidFill>
                <a:latin typeface="Calibri" pitchFamily="34" charset="0"/>
                <a:ea typeface="ＭＳ Ｐゴシック" pitchFamily="34" charset="-128"/>
              </a:defRPr>
            </a:lvl2pPr>
            <a:lvl3pPr marL="1143000" indent="-228600" eaLnBrk="0" hangingPunct="0">
              <a:spcBef>
                <a:spcPct val="20000"/>
              </a:spcBef>
              <a:buFont typeface="Arial" pitchFamily="34" charset="0"/>
              <a:buChar char="•"/>
              <a:defRPr sz="2400">
                <a:solidFill>
                  <a:schemeClr val="tx1"/>
                </a:solidFill>
                <a:latin typeface="Calibri" pitchFamily="34" charset="0"/>
                <a:ea typeface="ＭＳ Ｐゴシック" pitchFamily="34" charset="-128"/>
              </a:defRPr>
            </a:lvl3pPr>
            <a:lvl4pPr marL="16002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4pPr>
            <a:lvl5pPr marL="20574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5pPr>
            <a:lvl6pPr marL="25146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6pPr>
            <a:lvl7pPr marL="29718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7pPr>
            <a:lvl8pPr marL="34290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8pPr>
            <a:lvl9pPr marL="38862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9pPr>
          </a:lstStyle>
          <a:p>
            <a:pPr algn="ctr" eaLnBrk="1" hangingPunct="1">
              <a:spcBef>
                <a:spcPct val="0"/>
              </a:spcBef>
              <a:buFontTx/>
              <a:buNone/>
            </a:pPr>
            <a:fld id="{FAC31BC2-AE2A-4993-8D16-0884931E8C25}" type="slidenum">
              <a:rPr lang="en-US" altLang="en-US" sz="1200" smtClean="0">
                <a:solidFill>
                  <a:srgbClr val="898989"/>
                </a:solidFill>
              </a:rPr>
              <a:pPr algn="ctr" eaLnBrk="1" hangingPunct="1">
                <a:spcBef>
                  <a:spcPct val="0"/>
                </a:spcBef>
                <a:buFontTx/>
                <a:buNone/>
              </a:pPr>
              <a:t>30</a:t>
            </a:fld>
            <a:endParaRPr lang="en-US" altLang="en-US" sz="1200" smtClean="0">
              <a:solidFill>
                <a:srgbClr val="898989"/>
              </a:solidFill>
            </a:endParaRPr>
          </a:p>
        </p:txBody>
      </p:sp>
      <p:pic>
        <p:nvPicPr>
          <p:cNvPr id="79875" name="Picture 4"/>
          <p:cNvPicPr>
            <a:picLocks noChangeAspect="1" noChangeArrowheads="1"/>
          </p:cNvPicPr>
          <p:nvPr/>
        </p:nvPicPr>
        <p:blipFill>
          <a:blip r:embed="rId2">
            <a:extLst>
              <a:ext uri="{28A0092B-C50C-407E-A947-70E740481C1C}">
                <a14:useLocalDpi xmlns:a14="http://schemas.microsoft.com/office/drawing/2010/main" val="0"/>
              </a:ext>
            </a:extLst>
          </a:blip>
          <a:srcRect t="30066"/>
          <a:stretch>
            <a:fillRect/>
          </a:stretch>
        </p:blipFill>
        <p:spPr bwMode="auto">
          <a:xfrm>
            <a:off x="428625" y="1928813"/>
            <a:ext cx="8194675" cy="3703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p:cNvSpPr/>
          <p:nvPr/>
        </p:nvSpPr>
        <p:spPr>
          <a:xfrm>
            <a:off x="3875455" y="260648"/>
            <a:ext cx="2376522" cy="707886"/>
          </a:xfrm>
          <a:prstGeom prst="rect">
            <a:avLst/>
          </a:prstGeom>
          <a:noFill/>
        </p:spPr>
        <p:txBody>
          <a:bodyPr wrap="none">
            <a:spAutoFit/>
          </a:bodyPr>
          <a:lstStyle/>
          <a:p>
            <a:pPr algn="ctr" fontAlgn="base">
              <a:spcBef>
                <a:spcPct val="0"/>
              </a:spcBef>
              <a:spcAft>
                <a:spcPct val="0"/>
              </a:spcAft>
              <a:defRPr/>
            </a:pPr>
            <a:r>
              <a:rPr lang="en-US" sz="4000" b="1" dirty="0">
                <a:ln w="10541" cmpd="sng">
                  <a:solidFill>
                    <a:srgbClr val="4F81BD">
                      <a:shade val="88000"/>
                      <a:satMod val="110000"/>
                    </a:srgbClr>
                  </a:solidFill>
                  <a:prstDash val="solid"/>
                </a:ln>
                <a:gradFill>
                  <a:gsLst>
                    <a:gs pos="0">
                      <a:srgbClr val="4F81BD">
                        <a:tint val="40000"/>
                        <a:satMod val="250000"/>
                      </a:srgbClr>
                    </a:gs>
                    <a:gs pos="9000">
                      <a:srgbClr val="4F81BD">
                        <a:tint val="52000"/>
                        <a:satMod val="300000"/>
                      </a:srgbClr>
                    </a:gs>
                    <a:gs pos="50000">
                      <a:srgbClr val="4F81BD">
                        <a:shade val="20000"/>
                        <a:satMod val="300000"/>
                      </a:srgbClr>
                    </a:gs>
                    <a:gs pos="79000">
                      <a:srgbClr val="4F81BD">
                        <a:tint val="52000"/>
                        <a:satMod val="300000"/>
                      </a:srgbClr>
                    </a:gs>
                    <a:gs pos="100000">
                      <a:srgbClr val="4F81BD">
                        <a:tint val="40000"/>
                        <a:satMod val="250000"/>
                      </a:srgbClr>
                    </a:gs>
                  </a:gsLst>
                  <a:lin ang="5400000"/>
                </a:gradFill>
                <a:ea typeface="ＭＳ Ｐゴシック" charset="0"/>
                <a:cs typeface="ＭＳ Ｐゴシック" charset="0"/>
              </a:rPr>
              <a:t>Example 2</a:t>
            </a:r>
          </a:p>
        </p:txBody>
      </p:sp>
    </p:spTree>
    <p:extLst>
      <p:ext uri="{BB962C8B-B14F-4D97-AF65-F5344CB8AC3E}">
        <p14:creationId xmlns:p14="http://schemas.microsoft.com/office/powerpoint/2010/main" val="3784242609"/>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Title 1"/>
          <p:cNvSpPr>
            <a:spLocks noGrp="1"/>
          </p:cNvSpPr>
          <p:nvPr>
            <p:ph type="title"/>
          </p:nvPr>
        </p:nvSpPr>
        <p:spPr/>
        <p:txBody>
          <a:bodyPr/>
          <a:lstStyle/>
          <a:p>
            <a:r>
              <a:rPr lang="en-AU" altLang="en-US" smtClean="0"/>
              <a:t>More Examples</a:t>
            </a:r>
          </a:p>
        </p:txBody>
      </p:sp>
      <p:sp>
        <p:nvSpPr>
          <p:cNvPr id="3" name="Content Placeholder 2"/>
          <p:cNvSpPr>
            <a:spLocks noGrp="1"/>
          </p:cNvSpPr>
          <p:nvPr>
            <p:ph idx="1"/>
          </p:nvPr>
        </p:nvSpPr>
        <p:spPr/>
        <p:txBody>
          <a:bodyPr/>
          <a:lstStyle/>
          <a:p>
            <a:pPr>
              <a:defRPr/>
            </a:pPr>
            <a:r>
              <a:rPr lang="en-AU" dirty="0" smtClean="0">
                <a:ea typeface="MS PGothic" pitchFamily="34" charset="-128"/>
              </a:rPr>
              <a:t>How many circular permutation can you form with 10 objects</a:t>
            </a:r>
          </a:p>
          <a:p>
            <a:pPr marL="0" indent="0">
              <a:buFont typeface="Arial" pitchFamily="34" charset="0"/>
              <a:buNone/>
              <a:defRPr/>
            </a:pPr>
            <a:r>
              <a:rPr lang="en-AU" dirty="0">
                <a:ea typeface="MS PGothic" pitchFamily="34" charset="-128"/>
              </a:rPr>
              <a:t>	</a:t>
            </a:r>
            <a:r>
              <a:rPr lang="en-AU" dirty="0" smtClean="0">
                <a:ea typeface="MS PGothic" pitchFamily="34" charset="-128"/>
              </a:rPr>
              <a:t>(n-1)! = (10-1)!=9!=362880</a:t>
            </a:r>
          </a:p>
          <a:p>
            <a:pPr marL="0" indent="0">
              <a:buFont typeface="Arial" pitchFamily="34" charset="0"/>
              <a:buNone/>
              <a:defRPr/>
            </a:pPr>
            <a:endParaRPr lang="en-AU" dirty="0" smtClean="0">
              <a:ea typeface="MS PGothic" pitchFamily="34" charset="-128"/>
            </a:endParaRPr>
          </a:p>
          <a:p>
            <a:pPr>
              <a:defRPr/>
            </a:pPr>
            <a:r>
              <a:rPr lang="en-AU" dirty="0" smtClean="0">
                <a:ea typeface="MS PGothic" pitchFamily="34" charset="-128"/>
              </a:rPr>
              <a:t>How many ways can four boys and two girls be seated at a round table?</a:t>
            </a:r>
          </a:p>
          <a:p>
            <a:pPr marL="0" indent="0">
              <a:buFont typeface="Arial" pitchFamily="34" charset="0"/>
              <a:buNone/>
              <a:defRPr/>
            </a:pPr>
            <a:r>
              <a:rPr lang="en-AU" dirty="0">
                <a:ea typeface="MS PGothic" pitchFamily="34" charset="-128"/>
              </a:rPr>
              <a:t> </a:t>
            </a:r>
            <a:r>
              <a:rPr lang="en-AU" dirty="0" smtClean="0">
                <a:ea typeface="MS PGothic" pitchFamily="34" charset="-128"/>
              </a:rPr>
              <a:t>       (n-1)!=(6-1)!=5!=120</a:t>
            </a:r>
          </a:p>
          <a:p>
            <a:pPr>
              <a:defRPr/>
            </a:pPr>
            <a:endParaRPr lang="en-AU" dirty="0">
              <a:ea typeface="MS PGothic" pitchFamily="34" charset="-128"/>
            </a:endParaRPr>
          </a:p>
        </p:txBody>
      </p:sp>
    </p:spTree>
    <p:extLst>
      <p:ext uri="{BB962C8B-B14F-4D97-AF65-F5344CB8AC3E}">
        <p14:creationId xmlns:p14="http://schemas.microsoft.com/office/powerpoint/2010/main" val="390664842"/>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Title 1"/>
          <p:cNvSpPr>
            <a:spLocks noGrp="1"/>
          </p:cNvSpPr>
          <p:nvPr>
            <p:ph type="title"/>
          </p:nvPr>
        </p:nvSpPr>
        <p:spPr/>
        <p:txBody>
          <a:bodyPr/>
          <a:lstStyle/>
          <a:p>
            <a:r>
              <a:rPr lang="en-AU" altLang="en-US" dirty="0" smtClean="0"/>
              <a:t>Exercise</a:t>
            </a:r>
          </a:p>
        </p:txBody>
      </p:sp>
      <p:sp>
        <p:nvSpPr>
          <p:cNvPr id="3" name="Content Placeholder 2"/>
          <p:cNvSpPr>
            <a:spLocks noGrp="1"/>
          </p:cNvSpPr>
          <p:nvPr>
            <p:ph idx="1"/>
          </p:nvPr>
        </p:nvSpPr>
        <p:spPr/>
        <p:txBody>
          <a:bodyPr/>
          <a:lstStyle/>
          <a:p>
            <a:pPr>
              <a:defRPr/>
            </a:pPr>
            <a:r>
              <a:rPr lang="en-AU" dirty="0" smtClean="0">
                <a:ea typeface="MS PGothic" pitchFamily="34" charset="-128"/>
              </a:rPr>
              <a:t>In how many ways can five people A, B, C, D, and E be seated around a circular table if</a:t>
            </a:r>
          </a:p>
          <a:p>
            <a:pPr marL="0" indent="0">
              <a:buFont typeface="Arial" pitchFamily="34" charset="0"/>
              <a:buNone/>
              <a:defRPr/>
            </a:pPr>
            <a:r>
              <a:rPr lang="en-AU" dirty="0">
                <a:ea typeface="MS PGothic" pitchFamily="34" charset="-128"/>
              </a:rPr>
              <a:t> </a:t>
            </a:r>
            <a:r>
              <a:rPr lang="en-AU" dirty="0" smtClean="0">
                <a:ea typeface="MS PGothic" pitchFamily="34" charset="-128"/>
              </a:rPr>
              <a:t>  a) A and B must sit next to each other</a:t>
            </a:r>
          </a:p>
          <a:p>
            <a:pPr marL="0" indent="0">
              <a:buFont typeface="Arial" pitchFamily="34" charset="0"/>
              <a:buNone/>
              <a:defRPr/>
            </a:pPr>
            <a:r>
              <a:rPr lang="en-AU" dirty="0">
                <a:ea typeface="MS PGothic" pitchFamily="34" charset="-128"/>
              </a:rPr>
              <a:t> </a:t>
            </a:r>
            <a:r>
              <a:rPr lang="en-AU" dirty="0" smtClean="0">
                <a:ea typeface="MS PGothic" pitchFamily="34" charset="-128"/>
              </a:rPr>
              <a:t>  b) A and B must not sit next to each other</a:t>
            </a:r>
          </a:p>
          <a:p>
            <a:pPr marL="0" indent="0">
              <a:buFont typeface="Arial" pitchFamily="34" charset="0"/>
              <a:buNone/>
              <a:defRPr/>
            </a:pPr>
            <a:r>
              <a:rPr lang="en-AU" dirty="0">
                <a:ea typeface="MS PGothic" pitchFamily="34" charset="-128"/>
              </a:rPr>
              <a:t> </a:t>
            </a:r>
            <a:r>
              <a:rPr lang="en-AU" dirty="0" smtClean="0">
                <a:ea typeface="MS PGothic" pitchFamily="34" charset="-128"/>
              </a:rPr>
              <a:t>  c) A and B must be together and CD must be together</a:t>
            </a:r>
          </a:p>
          <a:p>
            <a:pPr marL="0" indent="0">
              <a:buFont typeface="Arial" pitchFamily="34" charset="0"/>
              <a:buNone/>
              <a:defRPr/>
            </a:pPr>
            <a:r>
              <a:rPr lang="en-AU" dirty="0">
                <a:ea typeface="MS PGothic" pitchFamily="34" charset="-128"/>
              </a:rPr>
              <a:t>	</a:t>
            </a:r>
            <a:endParaRPr lang="en-AU" dirty="0" smtClean="0">
              <a:ea typeface="MS PGothic" pitchFamily="34" charset="-128"/>
            </a:endParaRPr>
          </a:p>
          <a:p>
            <a:pPr>
              <a:defRPr/>
            </a:pPr>
            <a:endParaRPr lang="en-AU" dirty="0">
              <a:ea typeface="MS PGothic" pitchFamily="34" charset="-128"/>
            </a:endParaRPr>
          </a:p>
        </p:txBody>
      </p:sp>
    </p:spTree>
    <p:extLst>
      <p:ext uri="{BB962C8B-B14F-4D97-AF65-F5344CB8AC3E}">
        <p14:creationId xmlns:p14="http://schemas.microsoft.com/office/powerpoint/2010/main" val="1382398049"/>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Solution</a:t>
            </a:r>
            <a:endParaRPr lang="en-AU" dirty="0"/>
          </a:p>
        </p:txBody>
      </p:sp>
      <p:sp>
        <p:nvSpPr>
          <p:cNvPr id="3" name="Content Placeholder 2"/>
          <p:cNvSpPr>
            <a:spLocks noGrp="1"/>
          </p:cNvSpPr>
          <p:nvPr>
            <p:ph idx="1"/>
          </p:nvPr>
        </p:nvSpPr>
        <p:spPr/>
        <p:txBody>
          <a:bodyPr/>
          <a:lstStyle/>
          <a:p>
            <a:pPr marL="0" indent="0">
              <a:buNone/>
              <a:defRPr/>
            </a:pPr>
            <a:r>
              <a:rPr lang="en-AU" dirty="0" smtClean="0"/>
              <a:t>a) </a:t>
            </a:r>
            <a:r>
              <a:rPr lang="en-AU" dirty="0">
                <a:ea typeface="MS PGothic" pitchFamily="34" charset="-128"/>
              </a:rPr>
              <a:t>AB, C, D, E = (4-1)!=3!</a:t>
            </a:r>
          </a:p>
          <a:p>
            <a:pPr marL="0" indent="0">
              <a:buNone/>
              <a:defRPr/>
            </a:pPr>
            <a:r>
              <a:rPr lang="en-AU" dirty="0">
                <a:ea typeface="MS PGothic" pitchFamily="34" charset="-128"/>
              </a:rPr>
              <a:t>	AB switch places ; 3!.2!=</a:t>
            </a:r>
            <a:r>
              <a:rPr lang="en-AU" dirty="0" smtClean="0">
                <a:ea typeface="MS PGothic" pitchFamily="34" charset="-128"/>
              </a:rPr>
              <a:t>12</a:t>
            </a:r>
          </a:p>
          <a:p>
            <a:pPr marL="0" indent="0">
              <a:buNone/>
              <a:defRPr/>
            </a:pPr>
            <a:r>
              <a:rPr lang="en-AU" dirty="0" smtClean="0">
                <a:ea typeface="MS PGothic" pitchFamily="34" charset="-128"/>
              </a:rPr>
              <a:t>b) (5-1</a:t>
            </a:r>
            <a:r>
              <a:rPr lang="en-AU" dirty="0">
                <a:ea typeface="MS PGothic" pitchFamily="34" charset="-128"/>
              </a:rPr>
              <a:t>)! ; consider five people = 4!</a:t>
            </a:r>
          </a:p>
          <a:p>
            <a:pPr marL="0" indent="0">
              <a:buNone/>
              <a:defRPr/>
            </a:pPr>
            <a:r>
              <a:rPr lang="en-AU" dirty="0">
                <a:ea typeface="MS PGothic" pitchFamily="34" charset="-128"/>
              </a:rPr>
              <a:t>	subtract with (a); 4!-</a:t>
            </a:r>
            <a:r>
              <a:rPr lang="en-AU" dirty="0" smtClean="0">
                <a:ea typeface="MS PGothic" pitchFamily="34" charset="-128"/>
              </a:rPr>
              <a:t>12=12</a:t>
            </a:r>
          </a:p>
          <a:p>
            <a:pPr marL="0" indent="0">
              <a:buNone/>
              <a:defRPr/>
            </a:pPr>
            <a:r>
              <a:rPr lang="en-AU" dirty="0" smtClean="0">
                <a:ea typeface="MS PGothic" pitchFamily="34" charset="-128"/>
              </a:rPr>
              <a:t>c) 3 </a:t>
            </a:r>
            <a:r>
              <a:rPr lang="en-AU" dirty="0">
                <a:ea typeface="MS PGothic" pitchFamily="34" charset="-128"/>
              </a:rPr>
              <a:t>groups: AB, CD and E: 2!2!2!=8</a:t>
            </a:r>
          </a:p>
          <a:p>
            <a:pPr marL="0" indent="0">
              <a:buNone/>
              <a:defRPr/>
            </a:pPr>
            <a:endParaRPr lang="en-AU" dirty="0">
              <a:ea typeface="MS PGothic" pitchFamily="34" charset="-128"/>
            </a:endParaRPr>
          </a:p>
          <a:p>
            <a:pPr marL="0" indent="0">
              <a:buNone/>
              <a:defRPr/>
            </a:pPr>
            <a:endParaRPr lang="en-AU" dirty="0">
              <a:ea typeface="MS PGothic" pitchFamily="34" charset="-128"/>
            </a:endParaRPr>
          </a:p>
          <a:p>
            <a:endParaRPr lang="en-AU" dirty="0"/>
          </a:p>
        </p:txBody>
      </p:sp>
    </p:spTree>
    <p:extLst>
      <p:ext uri="{BB962C8B-B14F-4D97-AF65-F5344CB8AC3E}">
        <p14:creationId xmlns:p14="http://schemas.microsoft.com/office/powerpoint/2010/main" val="37295197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Slide Number Placeholder 2"/>
          <p:cNvSpPr>
            <a:spLocks noGrp="1"/>
          </p:cNvSpPr>
          <p:nvPr>
            <p:ph type="sldNum" sz="quarter" idx="12"/>
          </p:nvPr>
        </p:nvSpPr>
        <p:spPr bwMode="auto">
          <a:xfrm>
            <a:off x="3124200" y="6519863"/>
            <a:ext cx="2895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Arial" pitchFamily="34" charset="0"/>
              <a:buChar char="•"/>
              <a:defRPr sz="3200">
                <a:solidFill>
                  <a:schemeClr val="tx1"/>
                </a:solidFill>
                <a:latin typeface="Calibri" pitchFamily="34" charset="0"/>
                <a:ea typeface="ＭＳ Ｐゴシック" pitchFamily="34" charset="-128"/>
              </a:defRPr>
            </a:lvl1pPr>
            <a:lvl2pPr marL="742950" indent="-285750" eaLnBrk="0" hangingPunct="0">
              <a:spcBef>
                <a:spcPct val="20000"/>
              </a:spcBef>
              <a:buFont typeface="Arial" pitchFamily="34" charset="0"/>
              <a:buChar char="–"/>
              <a:defRPr sz="2800">
                <a:solidFill>
                  <a:schemeClr val="tx1"/>
                </a:solidFill>
                <a:latin typeface="Calibri" pitchFamily="34" charset="0"/>
                <a:ea typeface="ＭＳ Ｐゴシック" pitchFamily="34" charset="-128"/>
              </a:defRPr>
            </a:lvl2pPr>
            <a:lvl3pPr marL="1143000" indent="-228600" eaLnBrk="0" hangingPunct="0">
              <a:spcBef>
                <a:spcPct val="20000"/>
              </a:spcBef>
              <a:buFont typeface="Arial" pitchFamily="34" charset="0"/>
              <a:buChar char="•"/>
              <a:defRPr sz="2400">
                <a:solidFill>
                  <a:schemeClr val="tx1"/>
                </a:solidFill>
                <a:latin typeface="Calibri" pitchFamily="34" charset="0"/>
                <a:ea typeface="ＭＳ Ｐゴシック" pitchFamily="34" charset="-128"/>
              </a:defRPr>
            </a:lvl3pPr>
            <a:lvl4pPr marL="16002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4pPr>
            <a:lvl5pPr marL="20574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5pPr>
            <a:lvl6pPr marL="25146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6pPr>
            <a:lvl7pPr marL="29718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7pPr>
            <a:lvl8pPr marL="34290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8pPr>
            <a:lvl9pPr marL="38862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9pPr>
          </a:lstStyle>
          <a:p>
            <a:pPr algn="ctr" eaLnBrk="1" hangingPunct="1">
              <a:spcBef>
                <a:spcPct val="0"/>
              </a:spcBef>
              <a:buFontTx/>
              <a:buNone/>
            </a:pPr>
            <a:fld id="{A465B7F8-94C8-4875-BD21-39F3F38E41E7}" type="slidenum">
              <a:rPr lang="en-US" altLang="en-US" sz="1200" smtClean="0">
                <a:solidFill>
                  <a:srgbClr val="898989"/>
                </a:solidFill>
              </a:rPr>
              <a:pPr algn="ctr" eaLnBrk="1" hangingPunct="1">
                <a:spcBef>
                  <a:spcPct val="0"/>
                </a:spcBef>
                <a:buFontTx/>
                <a:buNone/>
              </a:pPr>
              <a:t>34</a:t>
            </a:fld>
            <a:endParaRPr lang="en-US" altLang="en-US" sz="1200" smtClean="0">
              <a:solidFill>
                <a:srgbClr val="898989"/>
              </a:solidFill>
            </a:endParaRPr>
          </a:p>
        </p:txBody>
      </p:sp>
      <p:sp>
        <p:nvSpPr>
          <p:cNvPr id="4" name="Title 1"/>
          <p:cNvSpPr txBox="1">
            <a:spLocks/>
          </p:cNvSpPr>
          <p:nvPr/>
        </p:nvSpPr>
        <p:spPr>
          <a:xfrm>
            <a:off x="2484438" y="188913"/>
            <a:ext cx="6284912" cy="1152525"/>
          </a:xfrm>
          <a:prstGeom prst="rect">
            <a:avLst/>
          </a:prstGeom>
        </p:spPr>
        <p:style>
          <a:lnRef idx="2">
            <a:schemeClr val="accent2"/>
          </a:lnRef>
          <a:fillRef idx="1">
            <a:schemeClr val="lt1"/>
          </a:fillRef>
          <a:effectRef idx="0">
            <a:schemeClr val="accent2"/>
          </a:effectRef>
          <a:fontRef idx="minor">
            <a:schemeClr val="dk1"/>
          </a:fontRef>
        </p:style>
        <p:txBody>
          <a:bodyPr/>
          <a:lstStyle/>
          <a:p>
            <a:pPr algn="ctr" fontAlgn="base">
              <a:spcBef>
                <a:spcPct val="0"/>
              </a:spcBef>
              <a:spcAft>
                <a:spcPct val="0"/>
              </a:spcAft>
              <a:defRPr/>
            </a:pPr>
            <a:r>
              <a:rPr lang="en-US" sz="4400" i="1" kern="0" dirty="0">
                <a:solidFill>
                  <a:prstClr val="black"/>
                </a:solidFill>
              </a:rPr>
              <a:t>r</a:t>
            </a:r>
            <a:r>
              <a:rPr lang="en-US" sz="4400" kern="0" dirty="0">
                <a:solidFill>
                  <a:prstClr val="black"/>
                </a:solidFill>
              </a:rPr>
              <a:t>-Permutations </a:t>
            </a:r>
          </a:p>
          <a:p>
            <a:pPr algn="ctr" fontAlgn="base">
              <a:spcBef>
                <a:spcPct val="0"/>
              </a:spcBef>
              <a:spcAft>
                <a:spcPct val="0"/>
              </a:spcAft>
              <a:defRPr/>
            </a:pPr>
            <a:r>
              <a:rPr lang="en-US" sz="2400" kern="0" dirty="0">
                <a:solidFill>
                  <a:prstClr val="black"/>
                </a:solidFill>
              </a:rPr>
              <a:t>(Permutations without repetition)</a:t>
            </a:r>
          </a:p>
        </p:txBody>
      </p:sp>
      <p:pic>
        <p:nvPicPr>
          <p:cNvPr id="82948" name="Picture 1" descr="Screen Shot 2014-10-12 at 12.55.49 PM.pn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84213" y="1700213"/>
            <a:ext cx="7667625" cy="4338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04172541"/>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Content Placeholder 2"/>
          <p:cNvSpPr>
            <a:spLocks noGrp="1"/>
          </p:cNvSpPr>
          <p:nvPr>
            <p:ph idx="1"/>
          </p:nvPr>
        </p:nvSpPr>
        <p:spPr>
          <a:xfrm>
            <a:off x="468313" y="1196975"/>
            <a:ext cx="8229600" cy="4519613"/>
          </a:xfrm>
        </p:spPr>
        <p:txBody>
          <a:bodyPr/>
          <a:lstStyle/>
          <a:p>
            <a:r>
              <a:rPr lang="en-US" altLang="en-US" smtClean="0"/>
              <a:t>Back to our billiard balls example.</a:t>
            </a:r>
          </a:p>
          <a:p>
            <a:r>
              <a:rPr lang="en-US" altLang="en-US" smtClean="0"/>
              <a:t>If you wanted to select just 3, then you have to stop the multiplying after 14. How do you do that? There is a neat trick ... you divide by </a:t>
            </a:r>
            <a:r>
              <a:rPr lang="en-US" altLang="en-US" b="1" smtClean="0"/>
              <a:t>13!</a:t>
            </a:r>
            <a:r>
              <a:rPr lang="en-US" altLang="en-US" smtClean="0"/>
              <a:t> ...</a:t>
            </a:r>
          </a:p>
          <a:p>
            <a:endParaRPr lang="en-US" altLang="en-US" smtClean="0"/>
          </a:p>
          <a:p>
            <a:endParaRPr lang="en-US" altLang="en-US" smtClean="0"/>
          </a:p>
          <a:p>
            <a:r>
              <a:rPr lang="en-US" altLang="en-US" smtClean="0"/>
              <a:t>Do you see? </a:t>
            </a:r>
            <a:r>
              <a:rPr lang="en-US" altLang="en-US" b="1" smtClean="0"/>
              <a:t>16! / 13! = 16 × 15 × 14</a:t>
            </a:r>
            <a:endParaRPr lang="en-US" altLang="en-US" smtClean="0"/>
          </a:p>
          <a:p>
            <a:pPr>
              <a:buFont typeface="Arial" pitchFamily="34" charset="0"/>
              <a:buNone/>
            </a:pPr>
            <a:endParaRPr lang="en-US" altLang="en-US" smtClean="0"/>
          </a:p>
        </p:txBody>
      </p:sp>
      <p:sp>
        <p:nvSpPr>
          <p:cNvPr id="83971" name="Slide Number Placeholder 3"/>
          <p:cNvSpPr>
            <a:spLocks noGrp="1"/>
          </p:cNvSpPr>
          <p:nvPr>
            <p:ph type="sldNum" sz="quarter" idx="12"/>
          </p:nvPr>
        </p:nvSpPr>
        <p:spPr bwMode="auto">
          <a:xfrm>
            <a:off x="3124200" y="6356350"/>
            <a:ext cx="2895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Arial" pitchFamily="34" charset="0"/>
              <a:buChar char="•"/>
              <a:defRPr sz="3200">
                <a:solidFill>
                  <a:schemeClr val="tx1"/>
                </a:solidFill>
                <a:latin typeface="Calibri" pitchFamily="34" charset="0"/>
                <a:ea typeface="ＭＳ Ｐゴシック" pitchFamily="34" charset="-128"/>
              </a:defRPr>
            </a:lvl1pPr>
            <a:lvl2pPr marL="742950" indent="-285750" eaLnBrk="0" hangingPunct="0">
              <a:spcBef>
                <a:spcPct val="20000"/>
              </a:spcBef>
              <a:buFont typeface="Arial" pitchFamily="34" charset="0"/>
              <a:buChar char="–"/>
              <a:defRPr sz="2800">
                <a:solidFill>
                  <a:schemeClr val="tx1"/>
                </a:solidFill>
                <a:latin typeface="Calibri" pitchFamily="34" charset="0"/>
                <a:ea typeface="ＭＳ Ｐゴシック" pitchFamily="34" charset="-128"/>
              </a:defRPr>
            </a:lvl2pPr>
            <a:lvl3pPr marL="1143000" indent="-228600" eaLnBrk="0" hangingPunct="0">
              <a:spcBef>
                <a:spcPct val="20000"/>
              </a:spcBef>
              <a:buFont typeface="Arial" pitchFamily="34" charset="0"/>
              <a:buChar char="•"/>
              <a:defRPr sz="2400">
                <a:solidFill>
                  <a:schemeClr val="tx1"/>
                </a:solidFill>
                <a:latin typeface="Calibri" pitchFamily="34" charset="0"/>
                <a:ea typeface="ＭＳ Ｐゴシック" pitchFamily="34" charset="-128"/>
              </a:defRPr>
            </a:lvl3pPr>
            <a:lvl4pPr marL="16002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4pPr>
            <a:lvl5pPr marL="20574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5pPr>
            <a:lvl6pPr marL="25146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6pPr>
            <a:lvl7pPr marL="29718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7pPr>
            <a:lvl8pPr marL="34290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8pPr>
            <a:lvl9pPr marL="38862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9pPr>
          </a:lstStyle>
          <a:p>
            <a:pPr algn="ctr" eaLnBrk="1" hangingPunct="1">
              <a:spcBef>
                <a:spcPct val="0"/>
              </a:spcBef>
              <a:buFontTx/>
              <a:buNone/>
            </a:pPr>
            <a:fld id="{21C5FC50-B397-4DD4-A97E-788E261C65EE}" type="slidenum">
              <a:rPr lang="en-US" altLang="en-US" sz="1200" smtClean="0">
                <a:solidFill>
                  <a:srgbClr val="898989"/>
                </a:solidFill>
              </a:rPr>
              <a:pPr algn="ctr" eaLnBrk="1" hangingPunct="1">
                <a:spcBef>
                  <a:spcPct val="0"/>
                </a:spcBef>
                <a:buFontTx/>
                <a:buNone/>
              </a:pPr>
              <a:t>35</a:t>
            </a:fld>
            <a:endParaRPr lang="en-US" altLang="en-US" sz="1200" smtClean="0">
              <a:solidFill>
                <a:srgbClr val="898989"/>
              </a:solidFill>
            </a:endParaRPr>
          </a:p>
        </p:txBody>
      </p:sp>
      <p:pic>
        <p:nvPicPr>
          <p:cNvPr id="8397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73738" y="5589588"/>
            <a:ext cx="3119437"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83973" name="Object 5"/>
          <p:cNvGraphicFramePr>
            <a:graphicFrameLocks noChangeAspect="1"/>
          </p:cNvGraphicFramePr>
          <p:nvPr/>
        </p:nvGraphicFramePr>
        <p:xfrm>
          <a:off x="1476375" y="3860800"/>
          <a:ext cx="7072313" cy="1025525"/>
        </p:xfrm>
        <a:graphic>
          <a:graphicData uri="http://schemas.openxmlformats.org/presentationml/2006/ole">
            <mc:AlternateContent xmlns:mc="http://schemas.openxmlformats.org/markup-compatibility/2006">
              <mc:Choice xmlns:v="urn:schemas-microsoft-com:vml" Requires="v">
                <p:oleObj spid="_x0000_s2055" name="Equation" r:id="rId4" imgW="2717295" imgH="393539" progId="Equation.3">
                  <p:embed/>
                </p:oleObj>
              </mc:Choice>
              <mc:Fallback>
                <p:oleObj name="Equation" r:id="rId4" imgW="2717295" imgH="393539"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76375" y="3860800"/>
                        <a:ext cx="7072313" cy="1025525"/>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 name="Rectangle 7"/>
          <p:cNvSpPr/>
          <p:nvPr/>
        </p:nvSpPr>
        <p:spPr>
          <a:xfrm>
            <a:off x="3875455" y="260648"/>
            <a:ext cx="2376522" cy="707886"/>
          </a:xfrm>
          <a:prstGeom prst="rect">
            <a:avLst/>
          </a:prstGeom>
          <a:noFill/>
        </p:spPr>
        <p:txBody>
          <a:bodyPr wrap="none">
            <a:spAutoFit/>
          </a:bodyPr>
          <a:lstStyle/>
          <a:p>
            <a:pPr algn="ctr" fontAlgn="base">
              <a:spcBef>
                <a:spcPct val="0"/>
              </a:spcBef>
              <a:spcAft>
                <a:spcPct val="0"/>
              </a:spcAft>
              <a:defRPr/>
            </a:pPr>
            <a:r>
              <a:rPr lang="en-US" sz="4000" b="1" dirty="0">
                <a:ln w="1905"/>
                <a:gradFill>
                  <a:gsLst>
                    <a:gs pos="0">
                      <a:srgbClr val="F79646">
                        <a:shade val="20000"/>
                        <a:satMod val="200000"/>
                      </a:srgbClr>
                    </a:gs>
                    <a:gs pos="78000">
                      <a:srgbClr val="F79646">
                        <a:tint val="90000"/>
                        <a:shade val="89000"/>
                        <a:satMod val="220000"/>
                      </a:srgbClr>
                    </a:gs>
                    <a:gs pos="100000">
                      <a:srgbClr val="F79646">
                        <a:tint val="12000"/>
                        <a:satMod val="255000"/>
                      </a:srgbClr>
                    </a:gs>
                  </a:gsLst>
                  <a:lin ang="5400000"/>
                </a:gradFill>
                <a:effectLst>
                  <a:innerShdw blurRad="69850" dist="43180" dir="5400000">
                    <a:srgbClr val="000000">
                      <a:alpha val="65000"/>
                    </a:srgbClr>
                  </a:innerShdw>
                </a:effectLst>
                <a:ea typeface="ＭＳ Ｐゴシック" charset="0"/>
                <a:cs typeface="ＭＳ Ｐゴシック" charset="0"/>
              </a:rPr>
              <a:t>Example 1</a:t>
            </a:r>
          </a:p>
        </p:txBody>
      </p:sp>
    </p:spTree>
    <p:extLst>
      <p:ext uri="{BB962C8B-B14F-4D97-AF65-F5344CB8AC3E}">
        <p14:creationId xmlns:p14="http://schemas.microsoft.com/office/powerpoint/2010/main" val="393740475"/>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Content Placeholder 2"/>
          <p:cNvSpPr>
            <a:spLocks noGrp="1"/>
          </p:cNvSpPr>
          <p:nvPr>
            <p:ph idx="1"/>
          </p:nvPr>
        </p:nvSpPr>
        <p:spPr>
          <a:xfrm>
            <a:off x="468313" y="1484313"/>
            <a:ext cx="8229600" cy="4525962"/>
          </a:xfrm>
        </p:spPr>
        <p:txBody>
          <a:bodyPr/>
          <a:lstStyle/>
          <a:p>
            <a:r>
              <a:rPr lang="en-US" altLang="en-US" smtClean="0"/>
              <a:t>Our "order of 3 out of 16 pool balls example" would be:</a:t>
            </a:r>
          </a:p>
          <a:p>
            <a:pPr>
              <a:buFont typeface="Arial" pitchFamily="34" charset="0"/>
              <a:buNone/>
            </a:pPr>
            <a:endParaRPr lang="en-US" altLang="en-US" smtClean="0"/>
          </a:p>
          <a:p>
            <a:pPr algn="ctr">
              <a:buFont typeface="Arial" pitchFamily="34" charset="0"/>
              <a:buNone/>
            </a:pPr>
            <a:endParaRPr lang="en-US" altLang="en-US" smtClean="0"/>
          </a:p>
          <a:p>
            <a:endParaRPr lang="en-US" altLang="en-US" smtClean="0"/>
          </a:p>
          <a:p>
            <a:r>
              <a:rPr lang="en-US" altLang="en-US" smtClean="0"/>
              <a:t>which is just the same as:</a:t>
            </a:r>
            <a:r>
              <a:rPr lang="en-US" altLang="en-US" b="1" smtClean="0"/>
              <a:t> </a:t>
            </a:r>
          </a:p>
          <a:p>
            <a:pPr algn="ctr">
              <a:buFont typeface="Arial" pitchFamily="34" charset="0"/>
              <a:buNone/>
            </a:pPr>
            <a:r>
              <a:rPr lang="en-US" altLang="en-US" smtClean="0"/>
              <a:t>16 × 15 × 14 = 3,360</a:t>
            </a:r>
          </a:p>
          <a:p>
            <a:endParaRPr lang="en-US" altLang="en-US" smtClean="0"/>
          </a:p>
        </p:txBody>
      </p:sp>
      <p:sp>
        <p:nvSpPr>
          <p:cNvPr id="84995" name="Slide Number Placeholder 3"/>
          <p:cNvSpPr>
            <a:spLocks noGrp="1"/>
          </p:cNvSpPr>
          <p:nvPr>
            <p:ph type="sldNum" sz="quarter" idx="12"/>
          </p:nvPr>
        </p:nvSpPr>
        <p:spPr bwMode="auto">
          <a:xfrm>
            <a:off x="3124200" y="6519863"/>
            <a:ext cx="2895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Arial" pitchFamily="34" charset="0"/>
              <a:buChar char="•"/>
              <a:defRPr sz="3200">
                <a:solidFill>
                  <a:schemeClr val="tx1"/>
                </a:solidFill>
                <a:latin typeface="Calibri" pitchFamily="34" charset="0"/>
                <a:ea typeface="ＭＳ Ｐゴシック" pitchFamily="34" charset="-128"/>
              </a:defRPr>
            </a:lvl1pPr>
            <a:lvl2pPr marL="742950" indent="-285750" eaLnBrk="0" hangingPunct="0">
              <a:spcBef>
                <a:spcPct val="20000"/>
              </a:spcBef>
              <a:buFont typeface="Arial" pitchFamily="34" charset="0"/>
              <a:buChar char="–"/>
              <a:defRPr sz="2800">
                <a:solidFill>
                  <a:schemeClr val="tx1"/>
                </a:solidFill>
                <a:latin typeface="Calibri" pitchFamily="34" charset="0"/>
                <a:ea typeface="ＭＳ Ｐゴシック" pitchFamily="34" charset="-128"/>
              </a:defRPr>
            </a:lvl2pPr>
            <a:lvl3pPr marL="1143000" indent="-228600" eaLnBrk="0" hangingPunct="0">
              <a:spcBef>
                <a:spcPct val="20000"/>
              </a:spcBef>
              <a:buFont typeface="Arial" pitchFamily="34" charset="0"/>
              <a:buChar char="•"/>
              <a:defRPr sz="2400">
                <a:solidFill>
                  <a:schemeClr val="tx1"/>
                </a:solidFill>
                <a:latin typeface="Calibri" pitchFamily="34" charset="0"/>
                <a:ea typeface="ＭＳ Ｐゴシック" pitchFamily="34" charset="-128"/>
              </a:defRPr>
            </a:lvl3pPr>
            <a:lvl4pPr marL="16002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4pPr>
            <a:lvl5pPr marL="20574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5pPr>
            <a:lvl6pPr marL="25146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6pPr>
            <a:lvl7pPr marL="29718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7pPr>
            <a:lvl8pPr marL="34290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8pPr>
            <a:lvl9pPr marL="38862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9pPr>
          </a:lstStyle>
          <a:p>
            <a:pPr algn="ctr" eaLnBrk="1" hangingPunct="1">
              <a:spcBef>
                <a:spcPct val="0"/>
              </a:spcBef>
              <a:buFontTx/>
              <a:buNone/>
            </a:pPr>
            <a:fld id="{69FCF421-359D-46B2-83B8-B7A442FE3687}" type="slidenum">
              <a:rPr lang="en-US" altLang="en-US" sz="1200" smtClean="0">
                <a:solidFill>
                  <a:srgbClr val="898989"/>
                </a:solidFill>
              </a:rPr>
              <a:pPr algn="ctr" eaLnBrk="1" hangingPunct="1">
                <a:spcBef>
                  <a:spcPct val="0"/>
                </a:spcBef>
                <a:buFontTx/>
                <a:buNone/>
              </a:pPr>
              <a:t>36</a:t>
            </a:fld>
            <a:endParaRPr lang="en-US" altLang="en-US" sz="1200" smtClean="0">
              <a:solidFill>
                <a:srgbClr val="898989"/>
              </a:solidFill>
            </a:endParaRPr>
          </a:p>
        </p:txBody>
      </p:sp>
      <p:graphicFrame>
        <p:nvGraphicFramePr>
          <p:cNvPr id="84996" name="Object 4"/>
          <p:cNvGraphicFramePr>
            <a:graphicFrameLocks noChangeAspect="1"/>
          </p:cNvGraphicFramePr>
          <p:nvPr/>
        </p:nvGraphicFramePr>
        <p:xfrm>
          <a:off x="539750" y="2708275"/>
          <a:ext cx="8308975" cy="1066800"/>
        </p:xfrm>
        <a:graphic>
          <a:graphicData uri="http://schemas.openxmlformats.org/presentationml/2006/ole">
            <mc:AlternateContent xmlns:mc="http://schemas.openxmlformats.org/markup-compatibility/2006">
              <mc:Choice xmlns:v="urn:schemas-microsoft-com:vml" Requires="v">
                <p:oleObj spid="_x0000_s3079" name="Equation" r:id="rId3" imgW="3377603" imgH="418893" progId="Equation.3">
                  <p:embed/>
                </p:oleObj>
              </mc:Choice>
              <mc:Fallback>
                <p:oleObj name="Equation" r:id="rId3" imgW="3377603" imgH="418893"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9750" y="2708275"/>
                        <a:ext cx="8308975" cy="1066800"/>
                      </a:xfrm>
                      <a:prstGeom prst="rect">
                        <a:avLst/>
                      </a:prstGeom>
                      <a:solidFill>
                        <a:srgbClr val="CCFFCC"/>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4255014547"/>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Content Placeholder 2"/>
          <p:cNvSpPr>
            <a:spLocks noGrp="1"/>
          </p:cNvSpPr>
          <p:nvPr>
            <p:ph idx="1"/>
          </p:nvPr>
        </p:nvSpPr>
        <p:spPr>
          <a:xfrm>
            <a:off x="468313" y="1268413"/>
            <a:ext cx="8229600" cy="4525962"/>
          </a:xfrm>
        </p:spPr>
        <p:txBody>
          <a:bodyPr/>
          <a:lstStyle/>
          <a:p>
            <a:r>
              <a:rPr lang="en-US" altLang="en-US" smtClean="0"/>
              <a:t>How many ways can first and second place be awarded to 10 people?</a:t>
            </a:r>
          </a:p>
          <a:p>
            <a:pPr>
              <a:buFont typeface="Arial" pitchFamily="34" charset="0"/>
              <a:buNone/>
            </a:pPr>
            <a:endParaRPr lang="en-US" altLang="en-US" smtClean="0"/>
          </a:p>
          <a:p>
            <a:pPr algn="ctr">
              <a:buFont typeface="Arial" pitchFamily="34" charset="0"/>
              <a:buNone/>
            </a:pPr>
            <a:endParaRPr lang="en-US" altLang="en-US" smtClean="0"/>
          </a:p>
          <a:p>
            <a:endParaRPr lang="en-US" altLang="en-US" smtClean="0"/>
          </a:p>
          <a:p>
            <a:r>
              <a:rPr lang="en-US" altLang="en-US" smtClean="0"/>
              <a:t>which is just the same as:</a:t>
            </a:r>
            <a:r>
              <a:rPr lang="en-US" altLang="en-US" b="1" smtClean="0"/>
              <a:t> </a:t>
            </a:r>
          </a:p>
          <a:p>
            <a:pPr algn="ctr">
              <a:buFont typeface="Arial" pitchFamily="34" charset="0"/>
              <a:buNone/>
            </a:pPr>
            <a:r>
              <a:rPr lang="en-US" altLang="en-US" smtClean="0"/>
              <a:t>10 × 9 = 90</a:t>
            </a:r>
          </a:p>
          <a:p>
            <a:endParaRPr lang="en-US" altLang="en-US" smtClean="0"/>
          </a:p>
        </p:txBody>
      </p:sp>
      <p:sp>
        <p:nvSpPr>
          <p:cNvPr id="86019" name="Slide Number Placeholder 3"/>
          <p:cNvSpPr>
            <a:spLocks noGrp="1"/>
          </p:cNvSpPr>
          <p:nvPr>
            <p:ph type="sldNum" sz="quarter" idx="12"/>
          </p:nvPr>
        </p:nvSpPr>
        <p:spPr bwMode="auto">
          <a:xfrm>
            <a:off x="3124200" y="6519863"/>
            <a:ext cx="2895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Arial" pitchFamily="34" charset="0"/>
              <a:buChar char="•"/>
              <a:defRPr sz="3200">
                <a:solidFill>
                  <a:schemeClr val="tx1"/>
                </a:solidFill>
                <a:latin typeface="Calibri" pitchFamily="34" charset="0"/>
                <a:ea typeface="ＭＳ Ｐゴシック" pitchFamily="34" charset="-128"/>
              </a:defRPr>
            </a:lvl1pPr>
            <a:lvl2pPr marL="742950" indent="-285750" eaLnBrk="0" hangingPunct="0">
              <a:spcBef>
                <a:spcPct val="20000"/>
              </a:spcBef>
              <a:buFont typeface="Arial" pitchFamily="34" charset="0"/>
              <a:buChar char="–"/>
              <a:defRPr sz="2800">
                <a:solidFill>
                  <a:schemeClr val="tx1"/>
                </a:solidFill>
                <a:latin typeface="Calibri" pitchFamily="34" charset="0"/>
                <a:ea typeface="ＭＳ Ｐゴシック" pitchFamily="34" charset="-128"/>
              </a:defRPr>
            </a:lvl2pPr>
            <a:lvl3pPr marL="1143000" indent="-228600" eaLnBrk="0" hangingPunct="0">
              <a:spcBef>
                <a:spcPct val="20000"/>
              </a:spcBef>
              <a:buFont typeface="Arial" pitchFamily="34" charset="0"/>
              <a:buChar char="•"/>
              <a:defRPr sz="2400">
                <a:solidFill>
                  <a:schemeClr val="tx1"/>
                </a:solidFill>
                <a:latin typeface="Calibri" pitchFamily="34" charset="0"/>
                <a:ea typeface="ＭＳ Ｐゴシック" pitchFamily="34" charset="-128"/>
              </a:defRPr>
            </a:lvl3pPr>
            <a:lvl4pPr marL="16002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4pPr>
            <a:lvl5pPr marL="20574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5pPr>
            <a:lvl6pPr marL="25146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6pPr>
            <a:lvl7pPr marL="29718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7pPr>
            <a:lvl8pPr marL="34290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8pPr>
            <a:lvl9pPr marL="38862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9pPr>
          </a:lstStyle>
          <a:p>
            <a:pPr algn="ctr" eaLnBrk="1" hangingPunct="1">
              <a:spcBef>
                <a:spcPct val="0"/>
              </a:spcBef>
              <a:buFontTx/>
              <a:buNone/>
            </a:pPr>
            <a:fld id="{FDE1ED52-0E5C-4B9A-9FD3-E92A081B676F}" type="slidenum">
              <a:rPr lang="en-US" altLang="en-US" sz="1200" smtClean="0">
                <a:solidFill>
                  <a:srgbClr val="898989"/>
                </a:solidFill>
              </a:rPr>
              <a:pPr algn="ctr" eaLnBrk="1" hangingPunct="1">
                <a:spcBef>
                  <a:spcPct val="0"/>
                </a:spcBef>
                <a:buFontTx/>
                <a:buNone/>
              </a:pPr>
              <a:t>37</a:t>
            </a:fld>
            <a:endParaRPr lang="en-US" altLang="en-US" sz="1200" smtClean="0">
              <a:solidFill>
                <a:srgbClr val="898989"/>
              </a:solidFill>
            </a:endParaRPr>
          </a:p>
        </p:txBody>
      </p:sp>
      <p:graphicFrame>
        <p:nvGraphicFramePr>
          <p:cNvPr id="86020" name="Object 4"/>
          <p:cNvGraphicFramePr>
            <a:graphicFrameLocks noChangeAspect="1"/>
          </p:cNvGraphicFramePr>
          <p:nvPr/>
        </p:nvGraphicFramePr>
        <p:xfrm>
          <a:off x="1116013" y="2636838"/>
          <a:ext cx="6592887" cy="1066800"/>
        </p:xfrm>
        <a:graphic>
          <a:graphicData uri="http://schemas.openxmlformats.org/presentationml/2006/ole">
            <mc:AlternateContent xmlns:mc="http://schemas.openxmlformats.org/markup-compatibility/2006">
              <mc:Choice xmlns:v="urn:schemas-microsoft-com:vml" Requires="v">
                <p:oleObj spid="_x0000_s4103" name="Equation" r:id="rId3" imgW="2590524" imgH="418893" progId="Equation.3">
                  <p:embed/>
                </p:oleObj>
              </mc:Choice>
              <mc:Fallback>
                <p:oleObj name="Equation" r:id="rId3" imgW="2590524" imgH="418893"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16013" y="2636838"/>
                        <a:ext cx="6592887" cy="1066800"/>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 name="Rectangle 6"/>
          <p:cNvSpPr/>
          <p:nvPr/>
        </p:nvSpPr>
        <p:spPr>
          <a:xfrm>
            <a:off x="3875455" y="260648"/>
            <a:ext cx="2376522" cy="707886"/>
          </a:xfrm>
          <a:prstGeom prst="rect">
            <a:avLst/>
          </a:prstGeom>
          <a:noFill/>
        </p:spPr>
        <p:txBody>
          <a:bodyPr wrap="none">
            <a:spAutoFit/>
          </a:bodyPr>
          <a:lstStyle/>
          <a:p>
            <a:pPr algn="ctr" fontAlgn="base">
              <a:spcBef>
                <a:spcPct val="0"/>
              </a:spcBef>
              <a:spcAft>
                <a:spcPct val="0"/>
              </a:spcAft>
              <a:defRPr/>
            </a:pPr>
            <a:r>
              <a:rPr lang="en-US" sz="4000" b="1" dirty="0">
                <a:ln w="1905"/>
                <a:gradFill>
                  <a:gsLst>
                    <a:gs pos="0">
                      <a:srgbClr val="F79646">
                        <a:shade val="20000"/>
                        <a:satMod val="200000"/>
                      </a:srgbClr>
                    </a:gs>
                    <a:gs pos="78000">
                      <a:srgbClr val="F79646">
                        <a:tint val="90000"/>
                        <a:shade val="89000"/>
                        <a:satMod val="220000"/>
                      </a:srgbClr>
                    </a:gs>
                    <a:gs pos="100000">
                      <a:srgbClr val="F79646">
                        <a:tint val="12000"/>
                        <a:satMod val="255000"/>
                      </a:srgbClr>
                    </a:gs>
                  </a:gsLst>
                  <a:lin ang="5400000"/>
                </a:gradFill>
                <a:effectLst>
                  <a:innerShdw blurRad="69850" dist="43180" dir="5400000">
                    <a:srgbClr val="000000">
                      <a:alpha val="65000"/>
                    </a:srgbClr>
                  </a:innerShdw>
                </a:effectLst>
                <a:ea typeface="ＭＳ Ｐゴシック" charset="0"/>
                <a:cs typeface="ＭＳ Ｐゴシック" charset="0"/>
              </a:rPr>
              <a:t>Example 2</a:t>
            </a:r>
          </a:p>
        </p:txBody>
      </p:sp>
    </p:spTree>
    <p:extLst>
      <p:ext uri="{BB962C8B-B14F-4D97-AF65-F5344CB8AC3E}">
        <p14:creationId xmlns:p14="http://schemas.microsoft.com/office/powerpoint/2010/main" val="1769619206"/>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Slide Number Placeholder 2"/>
          <p:cNvSpPr>
            <a:spLocks noGrp="1"/>
          </p:cNvSpPr>
          <p:nvPr>
            <p:ph type="sldNum" sz="quarter" idx="12"/>
          </p:nvPr>
        </p:nvSpPr>
        <p:spPr bwMode="auto">
          <a:xfrm>
            <a:off x="3124200" y="6448425"/>
            <a:ext cx="2895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Arial" pitchFamily="34" charset="0"/>
              <a:buChar char="•"/>
              <a:defRPr sz="3200">
                <a:solidFill>
                  <a:schemeClr val="tx1"/>
                </a:solidFill>
                <a:latin typeface="Calibri" pitchFamily="34" charset="0"/>
                <a:ea typeface="ＭＳ Ｐゴシック" pitchFamily="34" charset="-128"/>
              </a:defRPr>
            </a:lvl1pPr>
            <a:lvl2pPr marL="742950" indent="-285750" eaLnBrk="0" hangingPunct="0">
              <a:spcBef>
                <a:spcPct val="20000"/>
              </a:spcBef>
              <a:buFont typeface="Arial" pitchFamily="34" charset="0"/>
              <a:buChar char="–"/>
              <a:defRPr sz="2800">
                <a:solidFill>
                  <a:schemeClr val="tx1"/>
                </a:solidFill>
                <a:latin typeface="Calibri" pitchFamily="34" charset="0"/>
                <a:ea typeface="ＭＳ Ｐゴシック" pitchFamily="34" charset="-128"/>
              </a:defRPr>
            </a:lvl2pPr>
            <a:lvl3pPr marL="1143000" indent="-228600" eaLnBrk="0" hangingPunct="0">
              <a:spcBef>
                <a:spcPct val="20000"/>
              </a:spcBef>
              <a:buFont typeface="Arial" pitchFamily="34" charset="0"/>
              <a:buChar char="•"/>
              <a:defRPr sz="2400">
                <a:solidFill>
                  <a:schemeClr val="tx1"/>
                </a:solidFill>
                <a:latin typeface="Calibri" pitchFamily="34" charset="0"/>
                <a:ea typeface="ＭＳ Ｐゴシック" pitchFamily="34" charset="-128"/>
              </a:defRPr>
            </a:lvl3pPr>
            <a:lvl4pPr marL="16002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4pPr>
            <a:lvl5pPr marL="20574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5pPr>
            <a:lvl6pPr marL="25146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6pPr>
            <a:lvl7pPr marL="29718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7pPr>
            <a:lvl8pPr marL="34290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8pPr>
            <a:lvl9pPr marL="38862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9pPr>
          </a:lstStyle>
          <a:p>
            <a:pPr algn="ctr" eaLnBrk="1" hangingPunct="1">
              <a:spcBef>
                <a:spcPct val="0"/>
              </a:spcBef>
              <a:buFontTx/>
              <a:buNone/>
            </a:pPr>
            <a:fld id="{4E73B0C7-BDDF-4136-85BA-81874ABCEA26}" type="slidenum">
              <a:rPr lang="en-US" altLang="en-US" sz="1200" smtClean="0">
                <a:solidFill>
                  <a:srgbClr val="898989"/>
                </a:solidFill>
              </a:rPr>
              <a:pPr algn="ctr" eaLnBrk="1" hangingPunct="1">
                <a:spcBef>
                  <a:spcPct val="0"/>
                </a:spcBef>
                <a:buFontTx/>
                <a:buNone/>
              </a:pPr>
              <a:t>38</a:t>
            </a:fld>
            <a:endParaRPr lang="en-US" altLang="en-US" sz="1200" smtClean="0">
              <a:solidFill>
                <a:srgbClr val="898989"/>
              </a:solidFill>
            </a:endParaRPr>
          </a:p>
        </p:txBody>
      </p:sp>
      <p:pic>
        <p:nvPicPr>
          <p:cNvPr id="87043" name="Picture 4"/>
          <p:cNvPicPr>
            <a:picLocks noChangeAspect="1" noChangeArrowheads="1"/>
          </p:cNvPicPr>
          <p:nvPr/>
        </p:nvPicPr>
        <p:blipFill>
          <a:blip r:embed="rId2">
            <a:extLst>
              <a:ext uri="{28A0092B-C50C-407E-A947-70E740481C1C}">
                <a14:useLocalDpi xmlns:a14="http://schemas.microsoft.com/office/drawing/2010/main" val="0"/>
              </a:ext>
            </a:extLst>
          </a:blip>
          <a:srcRect t="25642"/>
          <a:stretch>
            <a:fillRect/>
          </a:stretch>
        </p:blipFill>
        <p:spPr bwMode="auto">
          <a:xfrm>
            <a:off x="539750" y="1484313"/>
            <a:ext cx="8158163" cy="3990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p:cNvSpPr/>
          <p:nvPr/>
        </p:nvSpPr>
        <p:spPr>
          <a:xfrm>
            <a:off x="3875455" y="260648"/>
            <a:ext cx="2376522" cy="707886"/>
          </a:xfrm>
          <a:prstGeom prst="rect">
            <a:avLst/>
          </a:prstGeom>
          <a:noFill/>
        </p:spPr>
        <p:txBody>
          <a:bodyPr wrap="none">
            <a:spAutoFit/>
          </a:bodyPr>
          <a:lstStyle/>
          <a:p>
            <a:pPr algn="ctr" fontAlgn="base">
              <a:spcBef>
                <a:spcPct val="0"/>
              </a:spcBef>
              <a:spcAft>
                <a:spcPct val="0"/>
              </a:spcAft>
              <a:defRPr/>
            </a:pPr>
            <a:r>
              <a:rPr lang="en-US" sz="4000" b="1" dirty="0">
                <a:ln w="1905"/>
                <a:gradFill>
                  <a:gsLst>
                    <a:gs pos="0">
                      <a:srgbClr val="F79646">
                        <a:shade val="20000"/>
                        <a:satMod val="200000"/>
                      </a:srgbClr>
                    </a:gs>
                    <a:gs pos="78000">
                      <a:srgbClr val="F79646">
                        <a:tint val="90000"/>
                        <a:shade val="89000"/>
                        <a:satMod val="220000"/>
                      </a:srgbClr>
                    </a:gs>
                    <a:gs pos="100000">
                      <a:srgbClr val="F79646">
                        <a:tint val="12000"/>
                        <a:satMod val="255000"/>
                      </a:srgbClr>
                    </a:gs>
                  </a:gsLst>
                  <a:lin ang="5400000"/>
                </a:gradFill>
                <a:effectLst>
                  <a:innerShdw blurRad="69850" dist="43180" dir="5400000">
                    <a:srgbClr val="000000">
                      <a:alpha val="65000"/>
                    </a:srgbClr>
                  </a:innerShdw>
                </a:effectLst>
                <a:ea typeface="ＭＳ Ｐゴシック" charset="0"/>
                <a:cs typeface="ＭＳ Ｐゴシック" charset="0"/>
              </a:rPr>
              <a:t>Example 3</a:t>
            </a:r>
          </a:p>
        </p:txBody>
      </p:sp>
    </p:spTree>
    <p:extLst>
      <p:ext uri="{BB962C8B-B14F-4D97-AF65-F5344CB8AC3E}">
        <p14:creationId xmlns:p14="http://schemas.microsoft.com/office/powerpoint/2010/main" val="175895239"/>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Slide Number Placeholder 2"/>
          <p:cNvSpPr>
            <a:spLocks noGrp="1"/>
          </p:cNvSpPr>
          <p:nvPr>
            <p:ph type="sldNum" sz="quarter" idx="12"/>
          </p:nvPr>
        </p:nvSpPr>
        <p:spPr bwMode="auto">
          <a:xfrm>
            <a:off x="3124200" y="6356350"/>
            <a:ext cx="2895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Arial" pitchFamily="34" charset="0"/>
              <a:buChar char="•"/>
              <a:defRPr sz="3200">
                <a:solidFill>
                  <a:schemeClr val="tx1"/>
                </a:solidFill>
                <a:latin typeface="Calibri" pitchFamily="34" charset="0"/>
                <a:ea typeface="ＭＳ Ｐゴシック" pitchFamily="34" charset="-128"/>
              </a:defRPr>
            </a:lvl1pPr>
            <a:lvl2pPr marL="742950" indent="-285750" eaLnBrk="0" hangingPunct="0">
              <a:spcBef>
                <a:spcPct val="20000"/>
              </a:spcBef>
              <a:buFont typeface="Arial" pitchFamily="34" charset="0"/>
              <a:buChar char="–"/>
              <a:defRPr sz="2800">
                <a:solidFill>
                  <a:schemeClr val="tx1"/>
                </a:solidFill>
                <a:latin typeface="Calibri" pitchFamily="34" charset="0"/>
                <a:ea typeface="ＭＳ Ｐゴシック" pitchFamily="34" charset="-128"/>
              </a:defRPr>
            </a:lvl2pPr>
            <a:lvl3pPr marL="1143000" indent="-228600" eaLnBrk="0" hangingPunct="0">
              <a:spcBef>
                <a:spcPct val="20000"/>
              </a:spcBef>
              <a:buFont typeface="Arial" pitchFamily="34" charset="0"/>
              <a:buChar char="•"/>
              <a:defRPr sz="2400">
                <a:solidFill>
                  <a:schemeClr val="tx1"/>
                </a:solidFill>
                <a:latin typeface="Calibri" pitchFamily="34" charset="0"/>
                <a:ea typeface="ＭＳ Ｐゴシック" pitchFamily="34" charset="-128"/>
              </a:defRPr>
            </a:lvl3pPr>
            <a:lvl4pPr marL="16002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4pPr>
            <a:lvl5pPr marL="20574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5pPr>
            <a:lvl6pPr marL="25146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6pPr>
            <a:lvl7pPr marL="29718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7pPr>
            <a:lvl8pPr marL="34290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8pPr>
            <a:lvl9pPr marL="38862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9pPr>
          </a:lstStyle>
          <a:p>
            <a:pPr algn="ctr" eaLnBrk="1" hangingPunct="1">
              <a:spcBef>
                <a:spcPct val="0"/>
              </a:spcBef>
              <a:buFontTx/>
              <a:buNone/>
            </a:pPr>
            <a:fld id="{4ED43D39-9517-4A18-85E6-E9B06664309C}" type="slidenum">
              <a:rPr lang="en-US" altLang="en-US" sz="1200" smtClean="0">
                <a:solidFill>
                  <a:srgbClr val="898989"/>
                </a:solidFill>
              </a:rPr>
              <a:pPr algn="ctr" eaLnBrk="1" hangingPunct="1">
                <a:spcBef>
                  <a:spcPct val="0"/>
                </a:spcBef>
                <a:buFontTx/>
                <a:buNone/>
              </a:pPr>
              <a:t>39</a:t>
            </a:fld>
            <a:endParaRPr lang="en-US" altLang="en-US" sz="1200" smtClean="0">
              <a:solidFill>
                <a:srgbClr val="898989"/>
              </a:solidFill>
            </a:endParaRPr>
          </a:p>
        </p:txBody>
      </p:sp>
      <p:pic>
        <p:nvPicPr>
          <p:cNvPr id="88067" name="Picture 4"/>
          <p:cNvPicPr>
            <a:picLocks noChangeAspect="1" noChangeArrowheads="1"/>
          </p:cNvPicPr>
          <p:nvPr/>
        </p:nvPicPr>
        <p:blipFill>
          <a:blip r:embed="rId2">
            <a:extLst>
              <a:ext uri="{28A0092B-C50C-407E-A947-70E740481C1C}">
                <a14:useLocalDpi xmlns:a14="http://schemas.microsoft.com/office/drawing/2010/main" val="0"/>
              </a:ext>
            </a:extLst>
          </a:blip>
          <a:srcRect t="25276"/>
          <a:stretch>
            <a:fillRect/>
          </a:stretch>
        </p:blipFill>
        <p:spPr bwMode="auto">
          <a:xfrm>
            <a:off x="468313" y="1484313"/>
            <a:ext cx="8086725" cy="3862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p:cNvSpPr/>
          <p:nvPr/>
        </p:nvSpPr>
        <p:spPr>
          <a:xfrm>
            <a:off x="3875455" y="260648"/>
            <a:ext cx="2376522" cy="707886"/>
          </a:xfrm>
          <a:prstGeom prst="rect">
            <a:avLst/>
          </a:prstGeom>
          <a:noFill/>
        </p:spPr>
        <p:txBody>
          <a:bodyPr wrap="none">
            <a:spAutoFit/>
          </a:bodyPr>
          <a:lstStyle/>
          <a:p>
            <a:pPr algn="ctr" fontAlgn="base">
              <a:spcBef>
                <a:spcPct val="0"/>
              </a:spcBef>
              <a:spcAft>
                <a:spcPct val="0"/>
              </a:spcAft>
              <a:defRPr/>
            </a:pPr>
            <a:r>
              <a:rPr lang="en-US" sz="4000" b="1" dirty="0">
                <a:ln w="1905"/>
                <a:gradFill>
                  <a:gsLst>
                    <a:gs pos="0">
                      <a:srgbClr val="F79646">
                        <a:shade val="20000"/>
                        <a:satMod val="200000"/>
                      </a:srgbClr>
                    </a:gs>
                    <a:gs pos="78000">
                      <a:srgbClr val="F79646">
                        <a:tint val="90000"/>
                        <a:shade val="89000"/>
                        <a:satMod val="220000"/>
                      </a:srgbClr>
                    </a:gs>
                    <a:gs pos="100000">
                      <a:srgbClr val="F79646">
                        <a:tint val="12000"/>
                        <a:satMod val="255000"/>
                      </a:srgbClr>
                    </a:gs>
                  </a:gsLst>
                  <a:lin ang="5400000"/>
                </a:gradFill>
                <a:effectLst>
                  <a:innerShdw blurRad="69850" dist="43180" dir="5400000">
                    <a:srgbClr val="000000">
                      <a:alpha val="65000"/>
                    </a:srgbClr>
                  </a:innerShdw>
                </a:effectLst>
                <a:ea typeface="ＭＳ Ｐゴシック" charset="0"/>
                <a:cs typeface="ＭＳ Ｐゴシック" charset="0"/>
              </a:rPr>
              <a:t>Example 4</a:t>
            </a:r>
          </a:p>
        </p:txBody>
      </p:sp>
    </p:spTree>
    <p:extLst>
      <p:ext uri="{BB962C8B-B14F-4D97-AF65-F5344CB8AC3E}">
        <p14:creationId xmlns:p14="http://schemas.microsoft.com/office/powerpoint/2010/main" val="1359494370"/>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Slide Number Placeholder 2"/>
          <p:cNvSpPr>
            <a:spLocks noGrp="1"/>
          </p:cNvSpPr>
          <p:nvPr>
            <p:ph type="sldNum" sz="quarter" idx="12"/>
          </p:nvPr>
        </p:nvSpPr>
        <p:spPr bwMode="auto">
          <a:xfrm>
            <a:off x="3124200" y="6356350"/>
            <a:ext cx="2895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Arial" pitchFamily="34" charset="0"/>
              <a:buChar char="•"/>
              <a:defRPr sz="3200">
                <a:solidFill>
                  <a:schemeClr val="tx1"/>
                </a:solidFill>
                <a:latin typeface="Calibri" pitchFamily="34" charset="0"/>
                <a:ea typeface="ＭＳ Ｐゴシック" pitchFamily="34" charset="-128"/>
              </a:defRPr>
            </a:lvl1pPr>
            <a:lvl2pPr marL="742950" indent="-285750" eaLnBrk="0" hangingPunct="0">
              <a:spcBef>
                <a:spcPct val="20000"/>
              </a:spcBef>
              <a:buFont typeface="Arial" pitchFamily="34" charset="0"/>
              <a:buChar char="–"/>
              <a:defRPr sz="2800">
                <a:solidFill>
                  <a:schemeClr val="tx1"/>
                </a:solidFill>
                <a:latin typeface="Calibri" pitchFamily="34" charset="0"/>
                <a:ea typeface="ＭＳ Ｐゴシック" pitchFamily="34" charset="-128"/>
              </a:defRPr>
            </a:lvl2pPr>
            <a:lvl3pPr marL="1143000" indent="-228600" eaLnBrk="0" hangingPunct="0">
              <a:spcBef>
                <a:spcPct val="20000"/>
              </a:spcBef>
              <a:buFont typeface="Arial" pitchFamily="34" charset="0"/>
              <a:buChar char="•"/>
              <a:defRPr sz="2400">
                <a:solidFill>
                  <a:schemeClr val="tx1"/>
                </a:solidFill>
                <a:latin typeface="Calibri" pitchFamily="34" charset="0"/>
                <a:ea typeface="ＭＳ Ｐゴシック" pitchFamily="34" charset="-128"/>
              </a:defRPr>
            </a:lvl3pPr>
            <a:lvl4pPr marL="16002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4pPr>
            <a:lvl5pPr marL="20574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5pPr>
            <a:lvl6pPr marL="25146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6pPr>
            <a:lvl7pPr marL="29718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7pPr>
            <a:lvl8pPr marL="34290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8pPr>
            <a:lvl9pPr marL="38862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9pPr>
          </a:lstStyle>
          <a:p>
            <a:pPr algn="ctr" eaLnBrk="1" hangingPunct="1">
              <a:spcBef>
                <a:spcPct val="0"/>
              </a:spcBef>
              <a:buFontTx/>
              <a:buNone/>
            </a:pPr>
            <a:fld id="{ADBB773D-D973-41FA-8F16-CFF36C10BE2C}" type="slidenum">
              <a:rPr lang="en-US" altLang="en-US" sz="1200" smtClean="0">
                <a:solidFill>
                  <a:srgbClr val="898989"/>
                </a:solidFill>
              </a:rPr>
              <a:pPr algn="ctr" eaLnBrk="1" hangingPunct="1">
                <a:spcBef>
                  <a:spcPct val="0"/>
                </a:spcBef>
                <a:buFontTx/>
                <a:buNone/>
              </a:pPr>
              <a:t>40</a:t>
            </a:fld>
            <a:endParaRPr lang="en-US" altLang="en-US" sz="1200" smtClean="0">
              <a:solidFill>
                <a:srgbClr val="898989"/>
              </a:solidFill>
            </a:endParaRPr>
          </a:p>
        </p:txBody>
      </p:sp>
      <p:pic>
        <p:nvPicPr>
          <p:cNvPr id="89091" name="Picture 4"/>
          <p:cNvPicPr>
            <a:picLocks noChangeAspect="1" noChangeArrowheads="1"/>
          </p:cNvPicPr>
          <p:nvPr/>
        </p:nvPicPr>
        <p:blipFill>
          <a:blip r:embed="rId2">
            <a:extLst>
              <a:ext uri="{28A0092B-C50C-407E-A947-70E740481C1C}">
                <a14:useLocalDpi xmlns:a14="http://schemas.microsoft.com/office/drawing/2010/main" val="0"/>
              </a:ext>
            </a:extLst>
          </a:blip>
          <a:srcRect t="27489"/>
          <a:stretch>
            <a:fillRect/>
          </a:stretch>
        </p:blipFill>
        <p:spPr bwMode="auto">
          <a:xfrm>
            <a:off x="395288" y="1628775"/>
            <a:ext cx="8231187" cy="3630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p:cNvSpPr/>
          <p:nvPr/>
        </p:nvSpPr>
        <p:spPr>
          <a:xfrm>
            <a:off x="3875455" y="260648"/>
            <a:ext cx="2376522" cy="707886"/>
          </a:xfrm>
          <a:prstGeom prst="rect">
            <a:avLst/>
          </a:prstGeom>
          <a:noFill/>
        </p:spPr>
        <p:txBody>
          <a:bodyPr wrap="none">
            <a:spAutoFit/>
          </a:bodyPr>
          <a:lstStyle/>
          <a:p>
            <a:pPr algn="ctr" fontAlgn="base">
              <a:spcBef>
                <a:spcPct val="0"/>
              </a:spcBef>
              <a:spcAft>
                <a:spcPct val="0"/>
              </a:spcAft>
              <a:defRPr/>
            </a:pPr>
            <a:r>
              <a:rPr lang="en-US" sz="4000" b="1" dirty="0">
                <a:ln w="1905"/>
                <a:gradFill>
                  <a:gsLst>
                    <a:gs pos="0">
                      <a:srgbClr val="F79646">
                        <a:shade val="20000"/>
                        <a:satMod val="200000"/>
                      </a:srgbClr>
                    </a:gs>
                    <a:gs pos="78000">
                      <a:srgbClr val="F79646">
                        <a:tint val="90000"/>
                        <a:shade val="89000"/>
                        <a:satMod val="220000"/>
                      </a:srgbClr>
                    </a:gs>
                    <a:gs pos="100000">
                      <a:srgbClr val="F79646">
                        <a:tint val="12000"/>
                        <a:satMod val="255000"/>
                      </a:srgbClr>
                    </a:gs>
                  </a:gsLst>
                  <a:lin ang="5400000"/>
                </a:gradFill>
                <a:effectLst>
                  <a:innerShdw blurRad="69850" dist="43180" dir="5400000">
                    <a:srgbClr val="000000">
                      <a:alpha val="65000"/>
                    </a:srgbClr>
                  </a:innerShdw>
                </a:effectLst>
                <a:ea typeface="ＭＳ Ｐゴシック" charset="0"/>
                <a:cs typeface="ＭＳ Ｐゴシック" charset="0"/>
              </a:rPr>
              <a:t>Example 5</a:t>
            </a:r>
          </a:p>
        </p:txBody>
      </p:sp>
    </p:spTree>
    <p:extLst>
      <p:ext uri="{BB962C8B-B14F-4D97-AF65-F5344CB8AC3E}">
        <p14:creationId xmlns:p14="http://schemas.microsoft.com/office/powerpoint/2010/main" val="3199464687"/>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Slide Number Placeholder 2"/>
          <p:cNvSpPr>
            <a:spLocks noGrp="1"/>
          </p:cNvSpPr>
          <p:nvPr>
            <p:ph type="sldNum" sz="quarter" idx="12"/>
          </p:nvPr>
        </p:nvSpPr>
        <p:spPr bwMode="auto">
          <a:xfrm>
            <a:off x="3124200" y="6356350"/>
            <a:ext cx="2895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Arial" pitchFamily="34" charset="0"/>
              <a:buChar char="•"/>
              <a:defRPr sz="3200">
                <a:solidFill>
                  <a:schemeClr val="tx1"/>
                </a:solidFill>
                <a:latin typeface="Calibri" pitchFamily="34" charset="0"/>
                <a:ea typeface="ＭＳ Ｐゴシック" pitchFamily="34" charset="-128"/>
              </a:defRPr>
            </a:lvl1pPr>
            <a:lvl2pPr marL="742950" indent="-285750" eaLnBrk="0" hangingPunct="0">
              <a:spcBef>
                <a:spcPct val="20000"/>
              </a:spcBef>
              <a:buFont typeface="Arial" pitchFamily="34" charset="0"/>
              <a:buChar char="–"/>
              <a:defRPr sz="2800">
                <a:solidFill>
                  <a:schemeClr val="tx1"/>
                </a:solidFill>
                <a:latin typeface="Calibri" pitchFamily="34" charset="0"/>
                <a:ea typeface="ＭＳ Ｐゴシック" pitchFamily="34" charset="-128"/>
              </a:defRPr>
            </a:lvl2pPr>
            <a:lvl3pPr marL="1143000" indent="-228600" eaLnBrk="0" hangingPunct="0">
              <a:spcBef>
                <a:spcPct val="20000"/>
              </a:spcBef>
              <a:buFont typeface="Arial" pitchFamily="34" charset="0"/>
              <a:buChar char="•"/>
              <a:defRPr sz="2400">
                <a:solidFill>
                  <a:schemeClr val="tx1"/>
                </a:solidFill>
                <a:latin typeface="Calibri" pitchFamily="34" charset="0"/>
                <a:ea typeface="ＭＳ Ｐゴシック" pitchFamily="34" charset="-128"/>
              </a:defRPr>
            </a:lvl3pPr>
            <a:lvl4pPr marL="16002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4pPr>
            <a:lvl5pPr marL="20574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5pPr>
            <a:lvl6pPr marL="25146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6pPr>
            <a:lvl7pPr marL="29718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7pPr>
            <a:lvl8pPr marL="34290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8pPr>
            <a:lvl9pPr marL="38862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9pPr>
          </a:lstStyle>
          <a:p>
            <a:pPr algn="ctr" eaLnBrk="1" hangingPunct="1">
              <a:spcBef>
                <a:spcPct val="0"/>
              </a:spcBef>
              <a:buFontTx/>
              <a:buNone/>
            </a:pPr>
            <a:fld id="{F9C4E870-A2C7-459A-8B5B-26654A163404}" type="slidenum">
              <a:rPr lang="en-US" altLang="en-US" sz="1200" smtClean="0">
                <a:solidFill>
                  <a:srgbClr val="898989"/>
                </a:solidFill>
              </a:rPr>
              <a:pPr algn="ctr" eaLnBrk="1" hangingPunct="1">
                <a:spcBef>
                  <a:spcPct val="0"/>
                </a:spcBef>
                <a:buFontTx/>
                <a:buNone/>
              </a:pPr>
              <a:t>41</a:t>
            </a:fld>
            <a:endParaRPr lang="en-US" altLang="en-US" sz="1200" smtClean="0">
              <a:solidFill>
                <a:srgbClr val="898989"/>
              </a:solidFill>
            </a:endParaRPr>
          </a:p>
        </p:txBody>
      </p:sp>
      <p:pic>
        <p:nvPicPr>
          <p:cNvPr id="90115" name="Picture 4"/>
          <p:cNvPicPr>
            <a:picLocks noChangeAspect="1" noChangeArrowheads="1"/>
          </p:cNvPicPr>
          <p:nvPr/>
        </p:nvPicPr>
        <p:blipFill>
          <a:blip r:embed="rId2">
            <a:extLst>
              <a:ext uri="{28A0092B-C50C-407E-A947-70E740481C1C}">
                <a14:useLocalDpi xmlns:a14="http://schemas.microsoft.com/office/drawing/2010/main" val="0"/>
              </a:ext>
            </a:extLst>
          </a:blip>
          <a:srcRect t="25673"/>
          <a:stretch>
            <a:fillRect/>
          </a:stretch>
        </p:blipFill>
        <p:spPr bwMode="auto">
          <a:xfrm>
            <a:off x="468313" y="1628775"/>
            <a:ext cx="8069262" cy="3989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p:cNvSpPr/>
          <p:nvPr/>
        </p:nvSpPr>
        <p:spPr>
          <a:xfrm>
            <a:off x="3875455" y="260648"/>
            <a:ext cx="2376522" cy="707886"/>
          </a:xfrm>
          <a:prstGeom prst="rect">
            <a:avLst/>
          </a:prstGeom>
          <a:noFill/>
        </p:spPr>
        <p:txBody>
          <a:bodyPr wrap="none">
            <a:spAutoFit/>
          </a:bodyPr>
          <a:lstStyle/>
          <a:p>
            <a:pPr algn="ctr" fontAlgn="base">
              <a:spcBef>
                <a:spcPct val="0"/>
              </a:spcBef>
              <a:spcAft>
                <a:spcPct val="0"/>
              </a:spcAft>
              <a:defRPr/>
            </a:pPr>
            <a:r>
              <a:rPr lang="en-US" sz="4000" b="1" dirty="0">
                <a:ln w="1905"/>
                <a:gradFill>
                  <a:gsLst>
                    <a:gs pos="0">
                      <a:srgbClr val="F79646">
                        <a:shade val="20000"/>
                        <a:satMod val="200000"/>
                      </a:srgbClr>
                    </a:gs>
                    <a:gs pos="78000">
                      <a:srgbClr val="F79646">
                        <a:tint val="90000"/>
                        <a:shade val="89000"/>
                        <a:satMod val="220000"/>
                      </a:srgbClr>
                    </a:gs>
                    <a:gs pos="100000">
                      <a:srgbClr val="F79646">
                        <a:tint val="12000"/>
                        <a:satMod val="255000"/>
                      </a:srgbClr>
                    </a:gs>
                  </a:gsLst>
                  <a:lin ang="5400000"/>
                </a:gradFill>
                <a:effectLst>
                  <a:innerShdw blurRad="69850" dist="43180" dir="5400000">
                    <a:srgbClr val="000000">
                      <a:alpha val="65000"/>
                    </a:srgbClr>
                  </a:innerShdw>
                </a:effectLst>
                <a:ea typeface="ＭＳ Ｐゴシック" charset="0"/>
                <a:cs typeface="ＭＳ Ｐゴシック" charset="0"/>
              </a:rPr>
              <a:t>Example 6</a:t>
            </a:r>
          </a:p>
        </p:txBody>
      </p:sp>
    </p:spTree>
    <p:extLst>
      <p:ext uri="{BB962C8B-B14F-4D97-AF65-F5344CB8AC3E}">
        <p14:creationId xmlns:p14="http://schemas.microsoft.com/office/powerpoint/2010/main" val="3599511370"/>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Slide Number Placeholder 2"/>
          <p:cNvSpPr>
            <a:spLocks noGrp="1"/>
          </p:cNvSpPr>
          <p:nvPr>
            <p:ph type="sldNum" sz="quarter" idx="12"/>
          </p:nvPr>
        </p:nvSpPr>
        <p:spPr bwMode="auto">
          <a:xfrm>
            <a:off x="3124200" y="6356350"/>
            <a:ext cx="2895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Arial" pitchFamily="34" charset="0"/>
              <a:buChar char="•"/>
              <a:defRPr sz="3200">
                <a:solidFill>
                  <a:schemeClr val="tx1"/>
                </a:solidFill>
                <a:latin typeface="Calibri" pitchFamily="34" charset="0"/>
                <a:ea typeface="ＭＳ Ｐゴシック" pitchFamily="34" charset="-128"/>
              </a:defRPr>
            </a:lvl1pPr>
            <a:lvl2pPr marL="742950" indent="-285750" eaLnBrk="0" hangingPunct="0">
              <a:spcBef>
                <a:spcPct val="20000"/>
              </a:spcBef>
              <a:buFont typeface="Arial" pitchFamily="34" charset="0"/>
              <a:buChar char="–"/>
              <a:defRPr sz="2800">
                <a:solidFill>
                  <a:schemeClr val="tx1"/>
                </a:solidFill>
                <a:latin typeface="Calibri" pitchFamily="34" charset="0"/>
                <a:ea typeface="ＭＳ Ｐゴシック" pitchFamily="34" charset="-128"/>
              </a:defRPr>
            </a:lvl2pPr>
            <a:lvl3pPr marL="1143000" indent="-228600" eaLnBrk="0" hangingPunct="0">
              <a:spcBef>
                <a:spcPct val="20000"/>
              </a:spcBef>
              <a:buFont typeface="Arial" pitchFamily="34" charset="0"/>
              <a:buChar char="•"/>
              <a:defRPr sz="2400">
                <a:solidFill>
                  <a:schemeClr val="tx1"/>
                </a:solidFill>
                <a:latin typeface="Calibri" pitchFamily="34" charset="0"/>
                <a:ea typeface="ＭＳ Ｐゴシック" pitchFamily="34" charset="-128"/>
              </a:defRPr>
            </a:lvl3pPr>
            <a:lvl4pPr marL="16002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4pPr>
            <a:lvl5pPr marL="20574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5pPr>
            <a:lvl6pPr marL="25146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6pPr>
            <a:lvl7pPr marL="29718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7pPr>
            <a:lvl8pPr marL="34290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8pPr>
            <a:lvl9pPr marL="38862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9pPr>
          </a:lstStyle>
          <a:p>
            <a:pPr algn="ctr" eaLnBrk="1" hangingPunct="1">
              <a:spcBef>
                <a:spcPct val="0"/>
              </a:spcBef>
              <a:buFontTx/>
              <a:buNone/>
            </a:pPr>
            <a:fld id="{0CC285C8-9C89-41D7-822A-FECE21F6DEE2}" type="slidenum">
              <a:rPr lang="en-US" altLang="en-US" sz="1200" smtClean="0">
                <a:solidFill>
                  <a:srgbClr val="898989"/>
                </a:solidFill>
              </a:rPr>
              <a:pPr algn="ctr" eaLnBrk="1" hangingPunct="1">
                <a:spcBef>
                  <a:spcPct val="0"/>
                </a:spcBef>
                <a:buFontTx/>
                <a:buNone/>
              </a:pPr>
              <a:t>42</a:t>
            </a:fld>
            <a:endParaRPr lang="en-US" altLang="en-US" sz="1200" smtClean="0">
              <a:solidFill>
                <a:srgbClr val="898989"/>
              </a:solidFill>
            </a:endParaRPr>
          </a:p>
        </p:txBody>
      </p:sp>
      <p:sp>
        <p:nvSpPr>
          <p:cNvPr id="4" name="Title 1"/>
          <p:cNvSpPr txBox="1">
            <a:spLocks/>
          </p:cNvSpPr>
          <p:nvPr/>
        </p:nvSpPr>
        <p:spPr>
          <a:xfrm>
            <a:off x="2484438" y="188913"/>
            <a:ext cx="6284912" cy="1152525"/>
          </a:xfrm>
          <a:prstGeom prst="rect">
            <a:avLst/>
          </a:prstGeom>
        </p:spPr>
        <p:style>
          <a:lnRef idx="2">
            <a:schemeClr val="accent2"/>
          </a:lnRef>
          <a:fillRef idx="1">
            <a:schemeClr val="lt1"/>
          </a:fillRef>
          <a:effectRef idx="0">
            <a:schemeClr val="accent2"/>
          </a:effectRef>
          <a:fontRef idx="minor">
            <a:schemeClr val="dk1"/>
          </a:fontRef>
        </p:style>
        <p:txBody>
          <a:bodyPr/>
          <a:lstStyle/>
          <a:p>
            <a:pPr algn="ctr" fontAlgn="base">
              <a:spcBef>
                <a:spcPct val="0"/>
              </a:spcBef>
              <a:spcAft>
                <a:spcPct val="0"/>
              </a:spcAft>
              <a:defRPr/>
            </a:pPr>
            <a:r>
              <a:rPr lang="en-US" sz="4400" i="1" kern="0" dirty="0">
                <a:solidFill>
                  <a:prstClr val="black"/>
                </a:solidFill>
              </a:rPr>
              <a:t>r</a:t>
            </a:r>
            <a:r>
              <a:rPr lang="en-US" sz="4400" kern="0" dirty="0">
                <a:solidFill>
                  <a:prstClr val="black"/>
                </a:solidFill>
              </a:rPr>
              <a:t>-Permutations </a:t>
            </a:r>
          </a:p>
          <a:p>
            <a:pPr algn="ctr" fontAlgn="base">
              <a:spcBef>
                <a:spcPct val="0"/>
              </a:spcBef>
              <a:spcAft>
                <a:spcPct val="0"/>
              </a:spcAft>
              <a:defRPr/>
            </a:pPr>
            <a:r>
              <a:rPr lang="en-US" sz="2400" kern="0" dirty="0">
                <a:solidFill>
                  <a:prstClr val="black"/>
                </a:solidFill>
              </a:rPr>
              <a:t>(Permutations with repetitions allowed)</a:t>
            </a:r>
          </a:p>
        </p:txBody>
      </p:sp>
      <p:pic>
        <p:nvPicPr>
          <p:cNvPr id="91140" name="Picture 4" descr="Screen Shot 2014-10-12 at 1.05.41 PM.pn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55600" y="2159000"/>
            <a:ext cx="8420100" cy="2527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82067306"/>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Content Placeholder 2"/>
          <p:cNvSpPr>
            <a:spLocks noGrp="1"/>
          </p:cNvSpPr>
          <p:nvPr>
            <p:ph idx="1"/>
          </p:nvPr>
        </p:nvSpPr>
        <p:spPr>
          <a:xfrm>
            <a:off x="468313" y="1412875"/>
            <a:ext cx="8229600" cy="4519613"/>
          </a:xfrm>
        </p:spPr>
        <p:txBody>
          <a:bodyPr/>
          <a:lstStyle/>
          <a:p>
            <a:r>
              <a:rPr lang="en-US" altLang="en-US" smtClean="0"/>
              <a:t>In other words:</a:t>
            </a:r>
          </a:p>
          <a:p>
            <a:pPr lvl="1">
              <a:buFont typeface="Wingdings" pitchFamily="2" charset="2"/>
              <a:buChar char="§"/>
            </a:pPr>
            <a:r>
              <a:rPr lang="en-US" altLang="en-US" smtClean="0"/>
              <a:t>There are </a:t>
            </a:r>
            <a:r>
              <a:rPr lang="en-US" altLang="en-US" b="1" i="1" smtClean="0"/>
              <a:t>n</a:t>
            </a:r>
            <a:r>
              <a:rPr lang="en-US" altLang="en-US" smtClean="0"/>
              <a:t> possibilities for the first choice, </a:t>
            </a:r>
          </a:p>
          <a:p>
            <a:pPr lvl="1">
              <a:buFont typeface="Wingdings" pitchFamily="2" charset="2"/>
              <a:buChar char="§"/>
            </a:pPr>
            <a:r>
              <a:rPr lang="en-US" altLang="en-US" smtClean="0"/>
              <a:t>THEN there are </a:t>
            </a:r>
            <a:r>
              <a:rPr lang="en-US" altLang="en-US" b="1" i="1" smtClean="0"/>
              <a:t>n</a:t>
            </a:r>
            <a:r>
              <a:rPr lang="en-US" altLang="en-US" smtClean="0"/>
              <a:t> possibilities for the second choice, </a:t>
            </a:r>
          </a:p>
          <a:p>
            <a:pPr lvl="1">
              <a:buFont typeface="Wingdings" pitchFamily="2" charset="2"/>
              <a:buChar char="§"/>
            </a:pPr>
            <a:r>
              <a:rPr lang="en-US" altLang="en-US" smtClean="0"/>
              <a:t>and so on, multiplying each time.</a:t>
            </a:r>
          </a:p>
          <a:p>
            <a:r>
              <a:rPr lang="en-US" altLang="en-US" smtClean="0"/>
              <a:t>Which is easier to write down using an </a:t>
            </a:r>
            <a:r>
              <a:rPr lang="en-US" altLang="en-US" smtClean="0">
                <a:hlinkClick r:id="rId2"/>
              </a:rPr>
              <a:t>exponent</a:t>
            </a:r>
            <a:r>
              <a:rPr lang="en-US" altLang="en-US" smtClean="0"/>
              <a:t> of </a:t>
            </a:r>
            <a:r>
              <a:rPr lang="en-US" altLang="en-US" b="1" i="1" smtClean="0"/>
              <a:t>r</a:t>
            </a:r>
            <a:r>
              <a:rPr lang="en-US" altLang="en-US" smtClean="0"/>
              <a:t>:</a:t>
            </a:r>
          </a:p>
          <a:p>
            <a:pPr algn="ctr">
              <a:buFont typeface="Arial" pitchFamily="34" charset="0"/>
              <a:buNone/>
            </a:pPr>
            <a:r>
              <a:rPr lang="en-US" altLang="en-US" b="1" i="1" smtClean="0"/>
              <a:t>n </a:t>
            </a:r>
            <a:r>
              <a:rPr lang="en-US" altLang="en-US" b="1" smtClean="0"/>
              <a:t>× </a:t>
            </a:r>
            <a:r>
              <a:rPr lang="en-US" altLang="en-US" b="1" i="1" smtClean="0"/>
              <a:t>n</a:t>
            </a:r>
            <a:r>
              <a:rPr lang="en-US" altLang="en-US" b="1" smtClean="0"/>
              <a:t> × ... (</a:t>
            </a:r>
            <a:r>
              <a:rPr lang="en-US" altLang="en-US" b="1" i="1" smtClean="0"/>
              <a:t>r</a:t>
            </a:r>
            <a:r>
              <a:rPr lang="en-US" altLang="en-US" b="1" smtClean="0"/>
              <a:t> times) = </a:t>
            </a:r>
            <a:r>
              <a:rPr lang="en-US" altLang="en-US" b="1" i="1" smtClean="0"/>
              <a:t>n</a:t>
            </a:r>
            <a:r>
              <a:rPr lang="en-US" altLang="en-US" b="1" i="1" baseline="30000" smtClean="0"/>
              <a:t>r</a:t>
            </a:r>
            <a:endParaRPr lang="en-US" altLang="en-US" i="1" smtClean="0"/>
          </a:p>
          <a:p>
            <a:endParaRPr lang="en-US" altLang="en-US" smtClean="0"/>
          </a:p>
          <a:p>
            <a:endParaRPr lang="en-US" altLang="en-US" smtClean="0"/>
          </a:p>
        </p:txBody>
      </p:sp>
      <p:sp>
        <p:nvSpPr>
          <p:cNvPr id="92163" name="Slide Number Placeholder 3"/>
          <p:cNvSpPr>
            <a:spLocks noGrp="1"/>
          </p:cNvSpPr>
          <p:nvPr>
            <p:ph type="sldNum" sz="quarter" idx="12"/>
          </p:nvPr>
        </p:nvSpPr>
        <p:spPr bwMode="auto">
          <a:xfrm>
            <a:off x="3124200" y="6356350"/>
            <a:ext cx="2895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Arial" pitchFamily="34" charset="0"/>
              <a:buChar char="•"/>
              <a:defRPr sz="3200">
                <a:solidFill>
                  <a:schemeClr val="tx1"/>
                </a:solidFill>
                <a:latin typeface="Calibri" pitchFamily="34" charset="0"/>
                <a:ea typeface="ＭＳ Ｐゴシック" pitchFamily="34" charset="-128"/>
              </a:defRPr>
            </a:lvl1pPr>
            <a:lvl2pPr marL="742950" indent="-285750" eaLnBrk="0" hangingPunct="0">
              <a:spcBef>
                <a:spcPct val="20000"/>
              </a:spcBef>
              <a:buFont typeface="Arial" pitchFamily="34" charset="0"/>
              <a:buChar char="–"/>
              <a:defRPr sz="2800">
                <a:solidFill>
                  <a:schemeClr val="tx1"/>
                </a:solidFill>
                <a:latin typeface="Calibri" pitchFamily="34" charset="0"/>
                <a:ea typeface="ＭＳ Ｐゴシック" pitchFamily="34" charset="-128"/>
              </a:defRPr>
            </a:lvl2pPr>
            <a:lvl3pPr marL="1143000" indent="-228600" eaLnBrk="0" hangingPunct="0">
              <a:spcBef>
                <a:spcPct val="20000"/>
              </a:spcBef>
              <a:buFont typeface="Arial" pitchFamily="34" charset="0"/>
              <a:buChar char="•"/>
              <a:defRPr sz="2400">
                <a:solidFill>
                  <a:schemeClr val="tx1"/>
                </a:solidFill>
                <a:latin typeface="Calibri" pitchFamily="34" charset="0"/>
                <a:ea typeface="ＭＳ Ｐゴシック" pitchFamily="34" charset="-128"/>
              </a:defRPr>
            </a:lvl3pPr>
            <a:lvl4pPr marL="16002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4pPr>
            <a:lvl5pPr marL="20574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5pPr>
            <a:lvl6pPr marL="25146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6pPr>
            <a:lvl7pPr marL="29718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7pPr>
            <a:lvl8pPr marL="34290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8pPr>
            <a:lvl9pPr marL="38862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9pPr>
          </a:lstStyle>
          <a:p>
            <a:pPr algn="ctr" eaLnBrk="1" hangingPunct="1">
              <a:spcBef>
                <a:spcPct val="0"/>
              </a:spcBef>
              <a:buFontTx/>
              <a:buNone/>
            </a:pPr>
            <a:fld id="{4D33DDF9-B7E9-49D0-B21A-3E4DA864D60F}" type="slidenum">
              <a:rPr lang="en-US" altLang="en-US" sz="1200" smtClean="0">
                <a:solidFill>
                  <a:srgbClr val="898989"/>
                </a:solidFill>
              </a:rPr>
              <a:pPr algn="ctr" eaLnBrk="1" hangingPunct="1">
                <a:spcBef>
                  <a:spcPct val="0"/>
                </a:spcBef>
                <a:buFontTx/>
                <a:buNone/>
              </a:pPr>
              <a:t>43</a:t>
            </a:fld>
            <a:endParaRPr lang="en-US" altLang="en-US" sz="1200" smtClean="0">
              <a:solidFill>
                <a:srgbClr val="898989"/>
              </a:solidFill>
            </a:endParaRPr>
          </a:p>
        </p:txBody>
      </p:sp>
    </p:spTree>
    <p:extLst>
      <p:ext uri="{BB962C8B-B14F-4D97-AF65-F5344CB8AC3E}">
        <p14:creationId xmlns:p14="http://schemas.microsoft.com/office/powerpoint/2010/main" val="1392337683"/>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Content Placeholder 2"/>
          <p:cNvSpPr>
            <a:spLocks noGrp="1"/>
          </p:cNvSpPr>
          <p:nvPr>
            <p:ph idx="1"/>
          </p:nvPr>
        </p:nvSpPr>
        <p:spPr>
          <a:xfrm>
            <a:off x="468313" y="1268413"/>
            <a:ext cx="8229600" cy="4525962"/>
          </a:xfrm>
        </p:spPr>
        <p:txBody>
          <a:bodyPr/>
          <a:lstStyle/>
          <a:p>
            <a:r>
              <a:rPr lang="en-US" altLang="en-US" smtClean="0"/>
              <a:t>In the lock, there are 10 numbers to choose from (0,1,..9) and you choose 3 of them:</a:t>
            </a:r>
          </a:p>
          <a:p>
            <a:pPr algn="ctr">
              <a:buFont typeface="Arial" pitchFamily="34" charset="0"/>
              <a:buNone/>
            </a:pPr>
            <a:r>
              <a:rPr lang="en-US" altLang="en-US" b="1" smtClean="0"/>
              <a:t>10 × 10 × ... (3 times) </a:t>
            </a:r>
          </a:p>
          <a:p>
            <a:pPr algn="ctr">
              <a:buFont typeface="Arial" pitchFamily="34" charset="0"/>
              <a:buNone/>
            </a:pPr>
            <a:r>
              <a:rPr lang="en-US" altLang="en-US" b="1" smtClean="0"/>
              <a:t>= 10</a:t>
            </a:r>
            <a:r>
              <a:rPr lang="en-US" altLang="en-US" b="1" baseline="30000" smtClean="0"/>
              <a:t>3</a:t>
            </a:r>
            <a:r>
              <a:rPr lang="en-US" altLang="en-US" b="1" smtClean="0"/>
              <a:t> </a:t>
            </a:r>
          </a:p>
          <a:p>
            <a:pPr algn="ctr">
              <a:buFont typeface="Arial" pitchFamily="34" charset="0"/>
              <a:buNone/>
            </a:pPr>
            <a:r>
              <a:rPr lang="en-US" altLang="en-US" b="1" smtClean="0"/>
              <a:t>= 1,000 permutations</a:t>
            </a:r>
            <a:endParaRPr lang="en-US" altLang="en-US" smtClean="0"/>
          </a:p>
          <a:p>
            <a:endParaRPr lang="en-US" altLang="en-US" smtClean="0"/>
          </a:p>
        </p:txBody>
      </p:sp>
      <p:sp>
        <p:nvSpPr>
          <p:cNvPr id="93187" name="Slide Number Placeholder 3"/>
          <p:cNvSpPr>
            <a:spLocks noGrp="1"/>
          </p:cNvSpPr>
          <p:nvPr>
            <p:ph type="sldNum" sz="quarter" idx="12"/>
          </p:nvPr>
        </p:nvSpPr>
        <p:spPr bwMode="auto">
          <a:xfrm>
            <a:off x="3124200" y="6356350"/>
            <a:ext cx="2895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Arial" pitchFamily="34" charset="0"/>
              <a:buChar char="•"/>
              <a:defRPr sz="3200">
                <a:solidFill>
                  <a:schemeClr val="tx1"/>
                </a:solidFill>
                <a:latin typeface="Calibri" pitchFamily="34" charset="0"/>
                <a:ea typeface="ＭＳ Ｐゴシック" pitchFamily="34" charset="-128"/>
              </a:defRPr>
            </a:lvl1pPr>
            <a:lvl2pPr marL="742950" indent="-285750" eaLnBrk="0" hangingPunct="0">
              <a:spcBef>
                <a:spcPct val="20000"/>
              </a:spcBef>
              <a:buFont typeface="Arial" pitchFamily="34" charset="0"/>
              <a:buChar char="–"/>
              <a:defRPr sz="2800">
                <a:solidFill>
                  <a:schemeClr val="tx1"/>
                </a:solidFill>
                <a:latin typeface="Calibri" pitchFamily="34" charset="0"/>
                <a:ea typeface="ＭＳ Ｐゴシック" pitchFamily="34" charset="-128"/>
              </a:defRPr>
            </a:lvl2pPr>
            <a:lvl3pPr marL="1143000" indent="-228600" eaLnBrk="0" hangingPunct="0">
              <a:spcBef>
                <a:spcPct val="20000"/>
              </a:spcBef>
              <a:buFont typeface="Arial" pitchFamily="34" charset="0"/>
              <a:buChar char="•"/>
              <a:defRPr sz="2400">
                <a:solidFill>
                  <a:schemeClr val="tx1"/>
                </a:solidFill>
                <a:latin typeface="Calibri" pitchFamily="34" charset="0"/>
                <a:ea typeface="ＭＳ Ｐゴシック" pitchFamily="34" charset="-128"/>
              </a:defRPr>
            </a:lvl3pPr>
            <a:lvl4pPr marL="16002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4pPr>
            <a:lvl5pPr marL="20574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5pPr>
            <a:lvl6pPr marL="25146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6pPr>
            <a:lvl7pPr marL="29718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7pPr>
            <a:lvl8pPr marL="34290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8pPr>
            <a:lvl9pPr marL="38862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9pPr>
          </a:lstStyle>
          <a:p>
            <a:pPr algn="ctr" eaLnBrk="1" hangingPunct="1">
              <a:spcBef>
                <a:spcPct val="0"/>
              </a:spcBef>
              <a:buFontTx/>
              <a:buNone/>
            </a:pPr>
            <a:fld id="{334DBFD2-79D5-43F6-80D0-88010E3B2AE6}" type="slidenum">
              <a:rPr lang="en-US" altLang="en-US" sz="1200" smtClean="0">
                <a:solidFill>
                  <a:srgbClr val="898989"/>
                </a:solidFill>
              </a:rPr>
              <a:pPr algn="ctr" eaLnBrk="1" hangingPunct="1">
                <a:spcBef>
                  <a:spcPct val="0"/>
                </a:spcBef>
                <a:buFontTx/>
                <a:buNone/>
              </a:pPr>
              <a:t>44</a:t>
            </a:fld>
            <a:endParaRPr lang="en-US" altLang="en-US" sz="1200" smtClean="0">
              <a:solidFill>
                <a:srgbClr val="898989"/>
              </a:solidFill>
            </a:endParaRPr>
          </a:p>
        </p:txBody>
      </p:sp>
      <p:pic>
        <p:nvPicPr>
          <p:cNvPr id="93188"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16688" y="4481513"/>
            <a:ext cx="2355850" cy="1893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7"/>
          <p:cNvSpPr/>
          <p:nvPr/>
        </p:nvSpPr>
        <p:spPr>
          <a:xfrm>
            <a:off x="3875455" y="260648"/>
            <a:ext cx="2376522" cy="707886"/>
          </a:xfrm>
          <a:prstGeom prst="rect">
            <a:avLst/>
          </a:prstGeom>
          <a:noFill/>
        </p:spPr>
        <p:txBody>
          <a:bodyPr wrap="none">
            <a:spAutoFit/>
          </a:bodyPr>
          <a:lstStyle/>
          <a:p>
            <a:pPr algn="ctr" fontAlgn="base">
              <a:spcBef>
                <a:spcPct val="0"/>
              </a:spcBef>
              <a:spcAft>
                <a:spcPct val="0"/>
              </a:spcAft>
              <a:defRPr/>
            </a:pPr>
            <a:r>
              <a:rPr lang="en-US" sz="4000" b="1" dirty="0">
                <a:ln w="24500" cmpd="dbl">
                  <a:solidFill>
                    <a:srgbClr val="C0504D">
                      <a:shade val="85000"/>
                      <a:satMod val="155000"/>
                    </a:srgbClr>
                  </a:solidFill>
                  <a:prstDash val="solid"/>
                  <a:miter lim="800000"/>
                </a:ln>
                <a:gradFill>
                  <a:gsLst>
                    <a:gs pos="10000">
                      <a:srgbClr val="C0504D">
                        <a:tint val="10000"/>
                        <a:satMod val="155000"/>
                      </a:srgbClr>
                    </a:gs>
                    <a:gs pos="60000">
                      <a:srgbClr val="C0504D">
                        <a:tint val="30000"/>
                        <a:satMod val="155000"/>
                      </a:srgbClr>
                    </a:gs>
                    <a:gs pos="100000">
                      <a:srgbClr val="C0504D">
                        <a:tint val="73000"/>
                        <a:satMod val="155000"/>
                      </a:srgbClr>
                    </a:gs>
                  </a:gsLst>
                  <a:lin ang="5400000"/>
                </a:gradFill>
                <a:effectLst>
                  <a:outerShdw blurRad="38100" dist="38100" dir="7020000" algn="tl">
                    <a:srgbClr val="000000">
                      <a:alpha val="35000"/>
                    </a:srgbClr>
                  </a:outerShdw>
                </a:effectLst>
                <a:ea typeface="ＭＳ Ｐゴシック" charset="0"/>
                <a:cs typeface="ＭＳ Ｐゴシック" charset="0"/>
              </a:rPr>
              <a:t>Example 1</a:t>
            </a:r>
          </a:p>
        </p:txBody>
      </p:sp>
    </p:spTree>
    <p:extLst>
      <p:ext uri="{BB962C8B-B14F-4D97-AF65-F5344CB8AC3E}">
        <p14:creationId xmlns:p14="http://schemas.microsoft.com/office/powerpoint/2010/main" val="3609066652"/>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ChangeArrowheads="1"/>
          </p:cNvSpPr>
          <p:nvPr/>
        </p:nvSpPr>
        <p:spPr bwMode="auto">
          <a:xfrm>
            <a:off x="3421063" y="260350"/>
            <a:ext cx="3240087" cy="792163"/>
          </a:xfrm>
          <a:prstGeom prst="rect">
            <a:avLst/>
          </a:prstGeom>
          <a:gradFill rotWithShape="1">
            <a:gsLst>
              <a:gs pos="0">
                <a:srgbClr val="3A7CCB"/>
              </a:gs>
              <a:gs pos="20000">
                <a:srgbClr val="3C7BC7"/>
              </a:gs>
              <a:gs pos="100000">
                <a:srgbClr val="2C5D98"/>
              </a:gs>
            </a:gsLst>
            <a:lin ang="5400000"/>
          </a:gradFill>
          <a:ln w="9525">
            <a:solidFill>
              <a:srgbClr val="4A7EBB"/>
            </a:solidFill>
            <a:miter lim="800000"/>
            <a:headEnd/>
            <a:tailEnd/>
          </a:ln>
          <a:effectLst>
            <a:outerShdw blurRad="40000" dist="23000" dir="5400000" rotWithShape="0">
              <a:srgbClr val="808080">
                <a:alpha val="34999"/>
              </a:srgbClr>
            </a:outerShdw>
          </a:effectLst>
        </p:spPr>
        <p:txBody>
          <a:bodyPr anchor="ctr"/>
          <a:lstStyle/>
          <a:p>
            <a:pPr algn="ctr" fontAlgn="base">
              <a:spcBef>
                <a:spcPct val="0"/>
              </a:spcBef>
              <a:spcAft>
                <a:spcPct val="0"/>
              </a:spcAft>
              <a:defRPr/>
            </a:pPr>
            <a:endParaRPr lang="en-US">
              <a:solidFill>
                <a:prstClr val="white"/>
              </a:solidFill>
              <a:ea typeface="ＭＳ Ｐゴシック" pitchFamily="34" charset="-128"/>
            </a:endParaRPr>
          </a:p>
        </p:txBody>
      </p:sp>
      <p:sp>
        <p:nvSpPr>
          <p:cNvPr id="94211" name="Slide Number Placeholder 2"/>
          <p:cNvSpPr>
            <a:spLocks noGrp="1"/>
          </p:cNvSpPr>
          <p:nvPr>
            <p:ph type="sldNum" sz="quarter" idx="12"/>
          </p:nvPr>
        </p:nvSpPr>
        <p:spPr bwMode="auto">
          <a:xfrm>
            <a:off x="3124200" y="6356350"/>
            <a:ext cx="2895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Arial" pitchFamily="34" charset="0"/>
              <a:buChar char="•"/>
              <a:defRPr sz="3200">
                <a:solidFill>
                  <a:schemeClr val="tx1"/>
                </a:solidFill>
                <a:latin typeface="Calibri" pitchFamily="34" charset="0"/>
                <a:ea typeface="ＭＳ Ｐゴシック" pitchFamily="34" charset="-128"/>
              </a:defRPr>
            </a:lvl1pPr>
            <a:lvl2pPr marL="742950" indent="-285750" eaLnBrk="0" hangingPunct="0">
              <a:spcBef>
                <a:spcPct val="20000"/>
              </a:spcBef>
              <a:buFont typeface="Arial" pitchFamily="34" charset="0"/>
              <a:buChar char="–"/>
              <a:defRPr sz="2800">
                <a:solidFill>
                  <a:schemeClr val="tx1"/>
                </a:solidFill>
                <a:latin typeface="Calibri" pitchFamily="34" charset="0"/>
                <a:ea typeface="ＭＳ Ｐゴシック" pitchFamily="34" charset="-128"/>
              </a:defRPr>
            </a:lvl2pPr>
            <a:lvl3pPr marL="1143000" indent="-228600" eaLnBrk="0" hangingPunct="0">
              <a:spcBef>
                <a:spcPct val="20000"/>
              </a:spcBef>
              <a:buFont typeface="Arial" pitchFamily="34" charset="0"/>
              <a:buChar char="•"/>
              <a:defRPr sz="2400">
                <a:solidFill>
                  <a:schemeClr val="tx1"/>
                </a:solidFill>
                <a:latin typeface="Calibri" pitchFamily="34" charset="0"/>
                <a:ea typeface="ＭＳ Ｐゴシック" pitchFamily="34" charset="-128"/>
              </a:defRPr>
            </a:lvl3pPr>
            <a:lvl4pPr marL="16002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4pPr>
            <a:lvl5pPr marL="20574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5pPr>
            <a:lvl6pPr marL="25146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6pPr>
            <a:lvl7pPr marL="29718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7pPr>
            <a:lvl8pPr marL="34290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8pPr>
            <a:lvl9pPr marL="38862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9pPr>
          </a:lstStyle>
          <a:p>
            <a:pPr algn="ctr" eaLnBrk="1" hangingPunct="1">
              <a:spcBef>
                <a:spcPct val="0"/>
              </a:spcBef>
              <a:buFontTx/>
              <a:buNone/>
            </a:pPr>
            <a:fld id="{68C442FF-9F83-4EE9-BDB7-73AFBAD4CC87}" type="slidenum">
              <a:rPr lang="en-US" altLang="en-US" sz="1200" smtClean="0">
                <a:solidFill>
                  <a:srgbClr val="898989"/>
                </a:solidFill>
              </a:rPr>
              <a:pPr algn="ctr" eaLnBrk="1" hangingPunct="1">
                <a:spcBef>
                  <a:spcPct val="0"/>
                </a:spcBef>
                <a:buFontTx/>
                <a:buNone/>
              </a:pPr>
              <a:t>45</a:t>
            </a:fld>
            <a:endParaRPr lang="en-US" altLang="en-US" sz="1200" smtClean="0">
              <a:solidFill>
                <a:srgbClr val="898989"/>
              </a:solidFill>
            </a:endParaRPr>
          </a:p>
        </p:txBody>
      </p:sp>
      <p:pic>
        <p:nvPicPr>
          <p:cNvPr id="94212" name="Picture 4"/>
          <p:cNvPicPr>
            <a:picLocks noChangeAspect="1" noChangeArrowheads="1"/>
          </p:cNvPicPr>
          <p:nvPr/>
        </p:nvPicPr>
        <p:blipFill>
          <a:blip r:embed="rId2">
            <a:extLst>
              <a:ext uri="{28A0092B-C50C-407E-A947-70E740481C1C}">
                <a14:useLocalDpi xmlns:a14="http://schemas.microsoft.com/office/drawing/2010/main" val="0"/>
              </a:ext>
            </a:extLst>
          </a:blip>
          <a:srcRect t="27751"/>
          <a:stretch>
            <a:fillRect/>
          </a:stretch>
        </p:blipFill>
        <p:spPr bwMode="auto">
          <a:xfrm>
            <a:off x="539750" y="1700213"/>
            <a:ext cx="8158163" cy="3773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p:cNvSpPr/>
          <p:nvPr/>
        </p:nvSpPr>
        <p:spPr>
          <a:xfrm>
            <a:off x="3875455" y="260648"/>
            <a:ext cx="2376522" cy="707886"/>
          </a:xfrm>
          <a:prstGeom prst="rect">
            <a:avLst/>
          </a:prstGeom>
          <a:noFill/>
        </p:spPr>
        <p:txBody>
          <a:bodyPr wrap="none">
            <a:spAutoFit/>
          </a:bodyPr>
          <a:lstStyle/>
          <a:p>
            <a:pPr algn="ctr" fontAlgn="base">
              <a:spcBef>
                <a:spcPct val="0"/>
              </a:spcBef>
              <a:spcAft>
                <a:spcPct val="0"/>
              </a:spcAft>
              <a:defRPr/>
            </a:pPr>
            <a:r>
              <a:rPr lang="en-US" sz="4000" b="1" dirty="0">
                <a:ln w="24500" cmpd="dbl">
                  <a:solidFill>
                    <a:srgbClr val="C0504D">
                      <a:shade val="85000"/>
                      <a:satMod val="155000"/>
                    </a:srgbClr>
                  </a:solidFill>
                  <a:prstDash val="solid"/>
                  <a:miter lim="800000"/>
                </a:ln>
                <a:gradFill>
                  <a:gsLst>
                    <a:gs pos="10000">
                      <a:srgbClr val="C0504D">
                        <a:tint val="10000"/>
                        <a:satMod val="155000"/>
                      </a:srgbClr>
                    </a:gs>
                    <a:gs pos="60000">
                      <a:srgbClr val="C0504D">
                        <a:tint val="30000"/>
                        <a:satMod val="155000"/>
                      </a:srgbClr>
                    </a:gs>
                    <a:gs pos="100000">
                      <a:srgbClr val="C0504D">
                        <a:tint val="73000"/>
                        <a:satMod val="155000"/>
                      </a:srgbClr>
                    </a:gs>
                  </a:gsLst>
                  <a:lin ang="5400000"/>
                </a:gradFill>
                <a:effectLst>
                  <a:outerShdw blurRad="38100" dist="38100" dir="7020000" algn="tl">
                    <a:srgbClr val="000000">
                      <a:alpha val="35000"/>
                    </a:srgbClr>
                  </a:outerShdw>
                </a:effectLst>
                <a:ea typeface="ＭＳ Ｐゴシック" charset="0"/>
                <a:cs typeface="ＭＳ Ｐゴシック" charset="0"/>
              </a:rPr>
              <a:t>Example 2</a:t>
            </a:r>
          </a:p>
        </p:txBody>
      </p:sp>
    </p:spTree>
    <p:extLst>
      <p:ext uri="{BB962C8B-B14F-4D97-AF65-F5344CB8AC3E}">
        <p14:creationId xmlns:p14="http://schemas.microsoft.com/office/powerpoint/2010/main" val="262581401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xit" presetSubtype="4" fill="hold" grpId="0" nodeType="clickEffect">
                                  <p:stCondLst>
                                    <p:cond delay="0"/>
                                  </p:stCondLst>
                                  <p:childTnLst>
                                    <p:anim calcmode="lin" valueType="num">
                                      <p:cBhvr additive="base">
                                        <p:cTn id="6" dur="500"/>
                                        <p:tgtEl>
                                          <p:spTgt spid="2"/>
                                        </p:tgtEl>
                                        <p:attrNameLst>
                                          <p:attrName>ppt_x</p:attrName>
                                        </p:attrNameLst>
                                      </p:cBhvr>
                                      <p:tavLst>
                                        <p:tav tm="0">
                                          <p:val>
                                            <p:strVal val="ppt_x"/>
                                          </p:val>
                                        </p:tav>
                                        <p:tav tm="100000">
                                          <p:val>
                                            <p:strVal val="ppt_x"/>
                                          </p:val>
                                        </p:tav>
                                      </p:tavLst>
                                    </p:anim>
                                    <p:anim calcmode="lin" valueType="num">
                                      <p:cBhvr additive="base">
                                        <p:cTn id="7" dur="500"/>
                                        <p:tgtEl>
                                          <p:spTgt spid="2"/>
                                        </p:tgtEl>
                                        <p:attrNameLst>
                                          <p:attrName>ppt_y</p:attrName>
                                        </p:attrNameLst>
                                      </p:cBhvr>
                                      <p:tavLst>
                                        <p:tav tm="0">
                                          <p:val>
                                            <p:strVal val="ppt_y"/>
                                          </p:val>
                                        </p:tav>
                                        <p:tav tm="100000">
                                          <p:val>
                                            <p:strVal val="1+ppt_h/2"/>
                                          </p:val>
                                        </p:tav>
                                      </p:tavLst>
                                    </p:anim>
                                    <p:set>
                                      <p:cBhvr>
                                        <p:cTn id="8" dur="1" fill="hold">
                                          <p:stCondLst>
                                            <p:cond delay="499"/>
                                          </p:stCondLst>
                                        </p:cTn>
                                        <p:tgtEl>
                                          <p:spTgt spid="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Slide Number Placeholder 2"/>
          <p:cNvSpPr>
            <a:spLocks noGrp="1"/>
          </p:cNvSpPr>
          <p:nvPr>
            <p:ph type="sldNum" sz="quarter" idx="12"/>
          </p:nvPr>
        </p:nvSpPr>
        <p:spPr bwMode="auto">
          <a:xfrm>
            <a:off x="3124200" y="6519863"/>
            <a:ext cx="2895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Arial" pitchFamily="34" charset="0"/>
              <a:buChar char="•"/>
              <a:defRPr sz="3200">
                <a:solidFill>
                  <a:schemeClr val="tx1"/>
                </a:solidFill>
                <a:latin typeface="Calibri" pitchFamily="34" charset="0"/>
                <a:ea typeface="ＭＳ Ｐゴシック" pitchFamily="34" charset="-128"/>
              </a:defRPr>
            </a:lvl1pPr>
            <a:lvl2pPr marL="742950" indent="-285750" eaLnBrk="0" hangingPunct="0">
              <a:spcBef>
                <a:spcPct val="20000"/>
              </a:spcBef>
              <a:buFont typeface="Arial" pitchFamily="34" charset="0"/>
              <a:buChar char="–"/>
              <a:defRPr sz="2800">
                <a:solidFill>
                  <a:schemeClr val="tx1"/>
                </a:solidFill>
                <a:latin typeface="Calibri" pitchFamily="34" charset="0"/>
                <a:ea typeface="ＭＳ Ｐゴシック" pitchFamily="34" charset="-128"/>
              </a:defRPr>
            </a:lvl2pPr>
            <a:lvl3pPr marL="1143000" indent="-228600" eaLnBrk="0" hangingPunct="0">
              <a:spcBef>
                <a:spcPct val="20000"/>
              </a:spcBef>
              <a:buFont typeface="Arial" pitchFamily="34" charset="0"/>
              <a:buChar char="•"/>
              <a:defRPr sz="2400">
                <a:solidFill>
                  <a:schemeClr val="tx1"/>
                </a:solidFill>
                <a:latin typeface="Calibri" pitchFamily="34" charset="0"/>
                <a:ea typeface="ＭＳ Ｐゴシック" pitchFamily="34" charset="-128"/>
              </a:defRPr>
            </a:lvl3pPr>
            <a:lvl4pPr marL="16002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4pPr>
            <a:lvl5pPr marL="20574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5pPr>
            <a:lvl6pPr marL="25146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6pPr>
            <a:lvl7pPr marL="29718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7pPr>
            <a:lvl8pPr marL="34290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8pPr>
            <a:lvl9pPr marL="38862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9pPr>
          </a:lstStyle>
          <a:p>
            <a:pPr algn="ctr" eaLnBrk="1" hangingPunct="1">
              <a:spcBef>
                <a:spcPct val="0"/>
              </a:spcBef>
              <a:buFontTx/>
              <a:buNone/>
            </a:pPr>
            <a:fld id="{DC2DFA7A-961B-430E-BDA8-E35DFDFB1A14}" type="slidenum">
              <a:rPr lang="en-US" altLang="en-US" sz="1200" smtClean="0">
                <a:solidFill>
                  <a:srgbClr val="898989"/>
                </a:solidFill>
              </a:rPr>
              <a:pPr algn="ctr" eaLnBrk="1" hangingPunct="1">
                <a:spcBef>
                  <a:spcPct val="0"/>
                </a:spcBef>
                <a:buFontTx/>
                <a:buNone/>
              </a:pPr>
              <a:t>46</a:t>
            </a:fld>
            <a:endParaRPr lang="en-US" altLang="en-US" sz="1200" smtClean="0">
              <a:solidFill>
                <a:srgbClr val="898989"/>
              </a:solidFill>
            </a:endParaRPr>
          </a:p>
        </p:txBody>
      </p:sp>
      <p:sp>
        <p:nvSpPr>
          <p:cNvPr id="5" name="Title 1"/>
          <p:cNvSpPr txBox="1">
            <a:spLocks/>
          </p:cNvSpPr>
          <p:nvPr/>
        </p:nvSpPr>
        <p:spPr>
          <a:xfrm>
            <a:off x="2484438" y="260350"/>
            <a:ext cx="6284912" cy="1152525"/>
          </a:xfrm>
          <a:prstGeom prst="rect">
            <a:avLst/>
          </a:prstGeom>
        </p:spPr>
        <p:style>
          <a:lnRef idx="2">
            <a:schemeClr val="accent2"/>
          </a:lnRef>
          <a:fillRef idx="1">
            <a:schemeClr val="lt1"/>
          </a:fillRef>
          <a:effectRef idx="0">
            <a:schemeClr val="accent2"/>
          </a:effectRef>
          <a:fontRef idx="minor">
            <a:schemeClr val="dk1"/>
          </a:fontRef>
        </p:style>
        <p:txBody>
          <a:bodyPr/>
          <a:lstStyle/>
          <a:p>
            <a:pPr algn="ctr" fontAlgn="base">
              <a:spcBef>
                <a:spcPct val="0"/>
              </a:spcBef>
              <a:spcAft>
                <a:spcPct val="0"/>
              </a:spcAft>
              <a:defRPr/>
            </a:pPr>
            <a:r>
              <a:rPr lang="en-US" sz="4400" kern="0" dirty="0">
                <a:solidFill>
                  <a:prstClr val="black"/>
                </a:solidFill>
              </a:rPr>
              <a:t>Permutations </a:t>
            </a:r>
          </a:p>
          <a:p>
            <a:pPr algn="ctr" fontAlgn="base">
              <a:spcBef>
                <a:spcPct val="0"/>
              </a:spcBef>
              <a:spcAft>
                <a:spcPct val="0"/>
              </a:spcAft>
              <a:defRPr/>
            </a:pPr>
            <a:r>
              <a:rPr lang="en-US" sz="2400" kern="0" dirty="0">
                <a:solidFill>
                  <a:prstClr val="black"/>
                </a:solidFill>
              </a:rPr>
              <a:t>(</a:t>
            </a:r>
            <a:r>
              <a:rPr lang="en-US" sz="2400" b="1" i="1" kern="0" dirty="0">
                <a:solidFill>
                  <a:prstClr val="black"/>
                </a:solidFill>
              </a:rPr>
              <a:t>n</a:t>
            </a:r>
            <a:r>
              <a:rPr lang="en-US" sz="2400" kern="0" dirty="0">
                <a:solidFill>
                  <a:prstClr val="black"/>
                </a:solidFill>
              </a:rPr>
              <a:t> objects, </a:t>
            </a:r>
            <a:r>
              <a:rPr lang="en-US" sz="2400" b="1" i="1" kern="0" dirty="0">
                <a:solidFill>
                  <a:prstClr val="black"/>
                </a:solidFill>
              </a:rPr>
              <a:t>k</a:t>
            </a:r>
            <a:r>
              <a:rPr lang="en-US" sz="2400" kern="0" dirty="0">
                <a:solidFill>
                  <a:prstClr val="black"/>
                </a:solidFill>
              </a:rPr>
              <a:t> different types)</a:t>
            </a:r>
          </a:p>
        </p:txBody>
      </p:sp>
      <p:pic>
        <p:nvPicPr>
          <p:cNvPr id="95236" name="Picture 1" descr="Screen Shot 2014-10-12 at 1.09.54 PM.pn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23850" y="1865313"/>
            <a:ext cx="8248650" cy="4371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238952660"/>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Slide Number Placeholder 2"/>
          <p:cNvSpPr>
            <a:spLocks noGrp="1"/>
          </p:cNvSpPr>
          <p:nvPr>
            <p:ph type="sldNum" sz="quarter" idx="12"/>
          </p:nvPr>
        </p:nvSpPr>
        <p:spPr bwMode="auto">
          <a:xfrm>
            <a:off x="3124200" y="6356350"/>
            <a:ext cx="2895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Arial" pitchFamily="34" charset="0"/>
              <a:buChar char="•"/>
              <a:defRPr sz="3200">
                <a:solidFill>
                  <a:schemeClr val="tx1"/>
                </a:solidFill>
                <a:latin typeface="Calibri" pitchFamily="34" charset="0"/>
                <a:ea typeface="ＭＳ Ｐゴシック" pitchFamily="34" charset="-128"/>
              </a:defRPr>
            </a:lvl1pPr>
            <a:lvl2pPr marL="742950" indent="-285750" eaLnBrk="0" hangingPunct="0">
              <a:spcBef>
                <a:spcPct val="20000"/>
              </a:spcBef>
              <a:buFont typeface="Arial" pitchFamily="34" charset="0"/>
              <a:buChar char="–"/>
              <a:defRPr sz="2800">
                <a:solidFill>
                  <a:schemeClr val="tx1"/>
                </a:solidFill>
                <a:latin typeface="Calibri" pitchFamily="34" charset="0"/>
                <a:ea typeface="ＭＳ Ｐゴシック" pitchFamily="34" charset="-128"/>
              </a:defRPr>
            </a:lvl2pPr>
            <a:lvl3pPr marL="1143000" indent="-228600" eaLnBrk="0" hangingPunct="0">
              <a:spcBef>
                <a:spcPct val="20000"/>
              </a:spcBef>
              <a:buFont typeface="Arial" pitchFamily="34" charset="0"/>
              <a:buChar char="•"/>
              <a:defRPr sz="2400">
                <a:solidFill>
                  <a:schemeClr val="tx1"/>
                </a:solidFill>
                <a:latin typeface="Calibri" pitchFamily="34" charset="0"/>
                <a:ea typeface="ＭＳ Ｐゴシック" pitchFamily="34" charset="-128"/>
              </a:defRPr>
            </a:lvl3pPr>
            <a:lvl4pPr marL="16002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4pPr>
            <a:lvl5pPr marL="20574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5pPr>
            <a:lvl6pPr marL="25146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6pPr>
            <a:lvl7pPr marL="29718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7pPr>
            <a:lvl8pPr marL="34290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8pPr>
            <a:lvl9pPr marL="38862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9pPr>
          </a:lstStyle>
          <a:p>
            <a:pPr algn="ctr" eaLnBrk="1" hangingPunct="1">
              <a:spcBef>
                <a:spcPct val="0"/>
              </a:spcBef>
              <a:buFontTx/>
              <a:buNone/>
            </a:pPr>
            <a:fld id="{E0BE2DF4-13EB-42E6-B992-A3374DF26DB4}" type="slidenum">
              <a:rPr lang="en-US" altLang="en-US" sz="1200" smtClean="0">
                <a:solidFill>
                  <a:srgbClr val="898989"/>
                </a:solidFill>
              </a:rPr>
              <a:pPr algn="ctr" eaLnBrk="1" hangingPunct="1">
                <a:spcBef>
                  <a:spcPct val="0"/>
                </a:spcBef>
                <a:buFontTx/>
                <a:buNone/>
              </a:pPr>
              <a:t>47</a:t>
            </a:fld>
            <a:endParaRPr lang="en-US" altLang="en-US" sz="1200" smtClean="0">
              <a:solidFill>
                <a:srgbClr val="898989"/>
              </a:solidFill>
            </a:endParaRPr>
          </a:p>
        </p:txBody>
      </p:sp>
      <p:sp>
        <p:nvSpPr>
          <p:cNvPr id="4" name="Rectangle 3"/>
          <p:cNvSpPr/>
          <p:nvPr/>
        </p:nvSpPr>
        <p:spPr>
          <a:xfrm>
            <a:off x="3779912" y="188640"/>
            <a:ext cx="2376522" cy="707886"/>
          </a:xfrm>
          <a:prstGeom prst="rect">
            <a:avLst/>
          </a:prstGeom>
          <a:noFill/>
        </p:spPr>
        <p:txBody>
          <a:bodyPr wrap="none">
            <a:spAutoFit/>
          </a:bodyPr>
          <a:lstStyle/>
          <a:p>
            <a:pPr algn="ctr" fontAlgn="base">
              <a:spcBef>
                <a:spcPct val="0"/>
              </a:spcBef>
              <a:spcAft>
                <a:spcPct val="0"/>
              </a:spcAft>
              <a:defRPr/>
            </a:pPr>
            <a:r>
              <a:rPr lang="en-US" sz="4000" b="1" dirty="0">
                <a:ln w="9000" cmpd="sng">
                  <a:solidFill>
                    <a:srgbClr val="8064A2">
                      <a:shade val="50000"/>
                      <a:satMod val="120000"/>
                    </a:srgbClr>
                  </a:solidFill>
                  <a:prstDash val="solid"/>
                </a:ln>
                <a:gradFill>
                  <a:gsLst>
                    <a:gs pos="0">
                      <a:srgbClr val="8064A2">
                        <a:shade val="20000"/>
                        <a:satMod val="245000"/>
                      </a:srgbClr>
                    </a:gs>
                    <a:gs pos="43000">
                      <a:srgbClr val="8064A2">
                        <a:satMod val="255000"/>
                      </a:srgbClr>
                    </a:gs>
                    <a:gs pos="48000">
                      <a:srgbClr val="8064A2">
                        <a:shade val="85000"/>
                        <a:satMod val="255000"/>
                      </a:srgbClr>
                    </a:gs>
                    <a:gs pos="100000">
                      <a:srgbClr val="8064A2">
                        <a:shade val="20000"/>
                        <a:satMod val="245000"/>
                      </a:srgbClr>
                    </a:gs>
                  </a:gsLst>
                  <a:lin ang="5400000"/>
                </a:gradFill>
                <a:effectLst>
                  <a:reflection blurRad="12700" stA="28000" endPos="45000" dist="1000" dir="5400000" sy="-100000" algn="bl" rotWithShape="0"/>
                </a:effectLst>
                <a:ea typeface="ＭＳ Ｐゴシック" charset="0"/>
                <a:cs typeface="ＭＳ Ｐゴシック" charset="0"/>
              </a:rPr>
              <a:t>Example 1</a:t>
            </a:r>
          </a:p>
        </p:txBody>
      </p:sp>
      <p:pic>
        <p:nvPicPr>
          <p:cNvPr id="96260" name="Picture 1" descr="Screen Shot 2014-10-12 at 1.12.13 PM.pn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39750" y="1484313"/>
            <a:ext cx="8172450" cy="4019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56656791"/>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Slide Number Placeholder 2"/>
          <p:cNvSpPr>
            <a:spLocks noGrp="1"/>
          </p:cNvSpPr>
          <p:nvPr>
            <p:ph type="sldNum" sz="quarter" idx="12"/>
          </p:nvPr>
        </p:nvSpPr>
        <p:spPr bwMode="auto">
          <a:xfrm>
            <a:off x="3124200" y="6356350"/>
            <a:ext cx="2895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Arial" pitchFamily="34" charset="0"/>
              <a:buChar char="•"/>
              <a:defRPr sz="3200">
                <a:solidFill>
                  <a:schemeClr val="tx1"/>
                </a:solidFill>
                <a:latin typeface="Calibri" pitchFamily="34" charset="0"/>
                <a:ea typeface="ＭＳ Ｐゴシック" pitchFamily="34" charset="-128"/>
              </a:defRPr>
            </a:lvl1pPr>
            <a:lvl2pPr marL="742950" indent="-285750" eaLnBrk="0" hangingPunct="0">
              <a:spcBef>
                <a:spcPct val="20000"/>
              </a:spcBef>
              <a:buFont typeface="Arial" pitchFamily="34" charset="0"/>
              <a:buChar char="–"/>
              <a:defRPr sz="2800">
                <a:solidFill>
                  <a:schemeClr val="tx1"/>
                </a:solidFill>
                <a:latin typeface="Calibri" pitchFamily="34" charset="0"/>
                <a:ea typeface="ＭＳ Ｐゴシック" pitchFamily="34" charset="-128"/>
              </a:defRPr>
            </a:lvl2pPr>
            <a:lvl3pPr marL="1143000" indent="-228600" eaLnBrk="0" hangingPunct="0">
              <a:spcBef>
                <a:spcPct val="20000"/>
              </a:spcBef>
              <a:buFont typeface="Arial" pitchFamily="34" charset="0"/>
              <a:buChar char="•"/>
              <a:defRPr sz="2400">
                <a:solidFill>
                  <a:schemeClr val="tx1"/>
                </a:solidFill>
                <a:latin typeface="Calibri" pitchFamily="34" charset="0"/>
                <a:ea typeface="ＭＳ Ｐゴシック" pitchFamily="34" charset="-128"/>
              </a:defRPr>
            </a:lvl3pPr>
            <a:lvl4pPr marL="16002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4pPr>
            <a:lvl5pPr marL="20574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5pPr>
            <a:lvl6pPr marL="25146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6pPr>
            <a:lvl7pPr marL="29718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7pPr>
            <a:lvl8pPr marL="34290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8pPr>
            <a:lvl9pPr marL="38862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9pPr>
          </a:lstStyle>
          <a:p>
            <a:pPr algn="ctr" eaLnBrk="1" hangingPunct="1">
              <a:spcBef>
                <a:spcPct val="0"/>
              </a:spcBef>
              <a:buFontTx/>
              <a:buNone/>
            </a:pPr>
            <a:fld id="{C506965C-8A68-477C-99A3-EB2A78C93DC7}" type="slidenum">
              <a:rPr lang="en-US" altLang="en-US" sz="1200" smtClean="0">
                <a:solidFill>
                  <a:srgbClr val="898989"/>
                </a:solidFill>
              </a:rPr>
              <a:pPr algn="ctr" eaLnBrk="1" hangingPunct="1">
                <a:spcBef>
                  <a:spcPct val="0"/>
                </a:spcBef>
                <a:buFontTx/>
                <a:buNone/>
              </a:pPr>
              <a:t>48</a:t>
            </a:fld>
            <a:endParaRPr lang="en-US" altLang="en-US" sz="1200" smtClean="0">
              <a:solidFill>
                <a:srgbClr val="898989"/>
              </a:solidFill>
            </a:endParaRPr>
          </a:p>
        </p:txBody>
      </p:sp>
      <p:pic>
        <p:nvPicPr>
          <p:cNvPr id="97283" name="Picture 1" descr="Screen Shot 2014-10-12 at 1.13.40 PM.pn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68313" y="1844675"/>
            <a:ext cx="8450262" cy="3448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5"/>
          <p:cNvSpPr/>
          <p:nvPr/>
        </p:nvSpPr>
        <p:spPr>
          <a:xfrm>
            <a:off x="3822868" y="188640"/>
            <a:ext cx="2290611" cy="707886"/>
          </a:xfrm>
          <a:prstGeom prst="rect">
            <a:avLst/>
          </a:prstGeom>
          <a:noFill/>
        </p:spPr>
        <p:txBody>
          <a:bodyPr wrap="none">
            <a:spAutoFit/>
          </a:bodyPr>
          <a:lstStyle/>
          <a:p>
            <a:pPr algn="ctr" fontAlgn="base">
              <a:spcBef>
                <a:spcPct val="0"/>
              </a:spcBef>
              <a:spcAft>
                <a:spcPct val="0"/>
              </a:spcAft>
              <a:defRPr/>
            </a:pPr>
            <a:r>
              <a:rPr lang="en-US" sz="4000" b="1" dirty="0">
                <a:ln w="9000" cmpd="sng">
                  <a:solidFill>
                    <a:srgbClr val="8064A2">
                      <a:shade val="50000"/>
                      <a:satMod val="120000"/>
                    </a:srgbClr>
                  </a:solidFill>
                  <a:prstDash val="solid"/>
                </a:ln>
                <a:gradFill>
                  <a:gsLst>
                    <a:gs pos="0">
                      <a:srgbClr val="8064A2">
                        <a:shade val="20000"/>
                        <a:satMod val="245000"/>
                      </a:srgbClr>
                    </a:gs>
                    <a:gs pos="43000">
                      <a:srgbClr val="8064A2">
                        <a:satMod val="255000"/>
                      </a:srgbClr>
                    </a:gs>
                    <a:gs pos="48000">
                      <a:srgbClr val="8064A2">
                        <a:shade val="85000"/>
                        <a:satMod val="255000"/>
                      </a:srgbClr>
                    </a:gs>
                    <a:gs pos="100000">
                      <a:srgbClr val="8064A2">
                        <a:shade val="20000"/>
                        <a:satMod val="245000"/>
                      </a:srgbClr>
                    </a:gs>
                  </a:gsLst>
                  <a:lin ang="5400000"/>
                </a:gradFill>
                <a:effectLst>
                  <a:reflection blurRad="12700" stA="28000" endPos="45000" dist="1000" dir="5400000" sy="-100000" algn="bl" rotWithShape="0"/>
                </a:effectLst>
                <a:ea typeface="ＭＳ Ｐゴシック" charset="0"/>
                <a:cs typeface="ＭＳ Ｐゴシック" charset="0"/>
              </a:rPr>
              <a:t>Exercise 1</a:t>
            </a:r>
          </a:p>
        </p:txBody>
      </p:sp>
    </p:spTree>
    <p:extLst>
      <p:ext uri="{BB962C8B-B14F-4D97-AF65-F5344CB8AC3E}">
        <p14:creationId xmlns:p14="http://schemas.microsoft.com/office/powerpoint/2010/main" val="1550392370"/>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Slide Number Placeholder 2"/>
          <p:cNvSpPr>
            <a:spLocks noGrp="1"/>
          </p:cNvSpPr>
          <p:nvPr>
            <p:ph type="sldNum" sz="quarter" idx="12"/>
          </p:nvPr>
        </p:nvSpPr>
        <p:spPr bwMode="auto">
          <a:xfrm>
            <a:off x="3124200" y="6519863"/>
            <a:ext cx="2895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Arial" pitchFamily="34" charset="0"/>
              <a:buChar char="•"/>
              <a:defRPr sz="3200">
                <a:solidFill>
                  <a:schemeClr val="tx1"/>
                </a:solidFill>
                <a:latin typeface="Calibri" pitchFamily="34" charset="0"/>
                <a:ea typeface="ＭＳ Ｐゴシック" pitchFamily="34" charset="-128"/>
              </a:defRPr>
            </a:lvl1pPr>
            <a:lvl2pPr marL="742950" indent="-285750" eaLnBrk="0" hangingPunct="0">
              <a:spcBef>
                <a:spcPct val="20000"/>
              </a:spcBef>
              <a:buFont typeface="Arial" pitchFamily="34" charset="0"/>
              <a:buChar char="–"/>
              <a:defRPr sz="2800">
                <a:solidFill>
                  <a:schemeClr val="tx1"/>
                </a:solidFill>
                <a:latin typeface="Calibri" pitchFamily="34" charset="0"/>
                <a:ea typeface="ＭＳ Ｐゴシック" pitchFamily="34" charset="-128"/>
              </a:defRPr>
            </a:lvl2pPr>
            <a:lvl3pPr marL="1143000" indent="-228600" eaLnBrk="0" hangingPunct="0">
              <a:spcBef>
                <a:spcPct val="20000"/>
              </a:spcBef>
              <a:buFont typeface="Arial" pitchFamily="34" charset="0"/>
              <a:buChar char="•"/>
              <a:defRPr sz="2400">
                <a:solidFill>
                  <a:schemeClr val="tx1"/>
                </a:solidFill>
                <a:latin typeface="Calibri" pitchFamily="34" charset="0"/>
                <a:ea typeface="ＭＳ Ｐゴシック" pitchFamily="34" charset="-128"/>
              </a:defRPr>
            </a:lvl3pPr>
            <a:lvl4pPr marL="16002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4pPr>
            <a:lvl5pPr marL="20574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5pPr>
            <a:lvl6pPr marL="25146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6pPr>
            <a:lvl7pPr marL="29718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7pPr>
            <a:lvl8pPr marL="34290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8pPr>
            <a:lvl9pPr marL="38862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9pPr>
          </a:lstStyle>
          <a:p>
            <a:pPr algn="ctr" eaLnBrk="1" hangingPunct="1">
              <a:spcBef>
                <a:spcPct val="0"/>
              </a:spcBef>
              <a:buFontTx/>
              <a:buNone/>
            </a:pPr>
            <a:fld id="{87475EA7-C433-4C50-8002-0061AEE1DD9E}" type="slidenum">
              <a:rPr lang="en-US" altLang="en-US" sz="1200" smtClean="0">
                <a:solidFill>
                  <a:srgbClr val="898989"/>
                </a:solidFill>
              </a:rPr>
              <a:pPr algn="ctr" eaLnBrk="1" hangingPunct="1">
                <a:spcBef>
                  <a:spcPct val="0"/>
                </a:spcBef>
                <a:buFontTx/>
                <a:buNone/>
              </a:pPr>
              <a:t>49</a:t>
            </a:fld>
            <a:endParaRPr lang="en-US" altLang="en-US" sz="1200" smtClean="0">
              <a:solidFill>
                <a:srgbClr val="898989"/>
              </a:solidFill>
            </a:endParaRPr>
          </a:p>
        </p:txBody>
      </p:sp>
      <p:pic>
        <p:nvPicPr>
          <p:cNvPr id="98307" name="Picture 1" descr="Screen Shot 2014-10-12 at 1.14.58 PM.pn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11188" y="1773238"/>
            <a:ext cx="7956550" cy="3848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5"/>
          <p:cNvSpPr/>
          <p:nvPr/>
        </p:nvSpPr>
        <p:spPr>
          <a:xfrm>
            <a:off x="2742971" y="188640"/>
            <a:ext cx="4450407" cy="707886"/>
          </a:xfrm>
          <a:prstGeom prst="rect">
            <a:avLst/>
          </a:prstGeom>
          <a:noFill/>
        </p:spPr>
        <p:txBody>
          <a:bodyPr wrap="none">
            <a:spAutoFit/>
          </a:bodyPr>
          <a:lstStyle/>
          <a:p>
            <a:pPr algn="ctr" fontAlgn="base">
              <a:spcBef>
                <a:spcPct val="0"/>
              </a:spcBef>
              <a:spcAft>
                <a:spcPct val="0"/>
              </a:spcAft>
              <a:defRPr/>
            </a:pPr>
            <a:r>
              <a:rPr lang="en-US" sz="4000" b="1" dirty="0">
                <a:ln w="9000" cmpd="sng">
                  <a:solidFill>
                    <a:srgbClr val="8064A2">
                      <a:shade val="50000"/>
                      <a:satMod val="120000"/>
                    </a:srgbClr>
                  </a:solidFill>
                  <a:prstDash val="solid"/>
                </a:ln>
                <a:gradFill>
                  <a:gsLst>
                    <a:gs pos="0">
                      <a:srgbClr val="8064A2">
                        <a:shade val="20000"/>
                        <a:satMod val="245000"/>
                      </a:srgbClr>
                    </a:gs>
                    <a:gs pos="43000">
                      <a:srgbClr val="8064A2">
                        <a:satMod val="255000"/>
                      </a:srgbClr>
                    </a:gs>
                    <a:gs pos="48000">
                      <a:srgbClr val="8064A2">
                        <a:shade val="85000"/>
                        <a:satMod val="255000"/>
                      </a:srgbClr>
                    </a:gs>
                    <a:gs pos="100000">
                      <a:srgbClr val="8064A2">
                        <a:shade val="20000"/>
                        <a:satMod val="245000"/>
                      </a:srgbClr>
                    </a:gs>
                  </a:gsLst>
                  <a:lin ang="5400000"/>
                </a:gradFill>
                <a:effectLst>
                  <a:reflection blurRad="12700" stA="28000" endPos="45000" dist="1000" dir="5400000" sy="-100000" algn="bl" rotWithShape="0"/>
                </a:effectLst>
                <a:ea typeface="ＭＳ Ｐゴシック" charset="0"/>
                <a:cs typeface="ＭＳ Ｐゴシック" charset="0"/>
              </a:rPr>
              <a:t>Exercise 1 - Solution</a:t>
            </a:r>
          </a:p>
        </p:txBody>
      </p:sp>
    </p:spTree>
    <p:extLst>
      <p:ext uri="{BB962C8B-B14F-4D97-AF65-F5344CB8AC3E}">
        <p14:creationId xmlns:p14="http://schemas.microsoft.com/office/powerpoint/2010/main" val="3764276227"/>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Slide Number Placeholder 2"/>
          <p:cNvSpPr>
            <a:spLocks noGrp="1"/>
          </p:cNvSpPr>
          <p:nvPr>
            <p:ph type="sldNum" sz="quarter" idx="12"/>
          </p:nvPr>
        </p:nvSpPr>
        <p:spPr bwMode="auto">
          <a:xfrm>
            <a:off x="3124200" y="6519863"/>
            <a:ext cx="2895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Arial" pitchFamily="34" charset="0"/>
              <a:buChar char="•"/>
              <a:defRPr sz="3200">
                <a:solidFill>
                  <a:schemeClr val="tx1"/>
                </a:solidFill>
                <a:latin typeface="Calibri" pitchFamily="34" charset="0"/>
                <a:ea typeface="ＭＳ Ｐゴシック" pitchFamily="34" charset="-128"/>
              </a:defRPr>
            </a:lvl1pPr>
            <a:lvl2pPr marL="742950" indent="-285750" eaLnBrk="0" hangingPunct="0">
              <a:spcBef>
                <a:spcPct val="20000"/>
              </a:spcBef>
              <a:buFont typeface="Arial" pitchFamily="34" charset="0"/>
              <a:buChar char="–"/>
              <a:defRPr sz="2800">
                <a:solidFill>
                  <a:schemeClr val="tx1"/>
                </a:solidFill>
                <a:latin typeface="Calibri" pitchFamily="34" charset="0"/>
                <a:ea typeface="ＭＳ Ｐゴシック" pitchFamily="34" charset="-128"/>
              </a:defRPr>
            </a:lvl2pPr>
            <a:lvl3pPr marL="1143000" indent="-228600" eaLnBrk="0" hangingPunct="0">
              <a:spcBef>
                <a:spcPct val="20000"/>
              </a:spcBef>
              <a:buFont typeface="Arial" pitchFamily="34" charset="0"/>
              <a:buChar char="•"/>
              <a:defRPr sz="2400">
                <a:solidFill>
                  <a:schemeClr val="tx1"/>
                </a:solidFill>
                <a:latin typeface="Calibri" pitchFamily="34" charset="0"/>
                <a:ea typeface="ＭＳ Ｐゴシック" pitchFamily="34" charset="-128"/>
              </a:defRPr>
            </a:lvl3pPr>
            <a:lvl4pPr marL="16002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4pPr>
            <a:lvl5pPr marL="20574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5pPr>
            <a:lvl6pPr marL="25146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6pPr>
            <a:lvl7pPr marL="29718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7pPr>
            <a:lvl8pPr marL="34290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8pPr>
            <a:lvl9pPr marL="38862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9pPr>
          </a:lstStyle>
          <a:p>
            <a:pPr algn="ctr" eaLnBrk="1" hangingPunct="1">
              <a:spcBef>
                <a:spcPct val="0"/>
              </a:spcBef>
              <a:buFontTx/>
              <a:buNone/>
            </a:pPr>
            <a:fld id="{C87CDFBD-BADD-4232-912D-8E39049DDF2C}" type="slidenum">
              <a:rPr lang="en-US" altLang="en-US" sz="1200" smtClean="0">
                <a:solidFill>
                  <a:srgbClr val="898989"/>
                </a:solidFill>
              </a:rPr>
              <a:pPr algn="ctr" eaLnBrk="1" hangingPunct="1">
                <a:spcBef>
                  <a:spcPct val="0"/>
                </a:spcBef>
                <a:buFontTx/>
                <a:buNone/>
              </a:pPr>
              <a:t>50</a:t>
            </a:fld>
            <a:endParaRPr lang="en-US" altLang="en-US" sz="1200" smtClean="0">
              <a:solidFill>
                <a:srgbClr val="898989"/>
              </a:solidFill>
            </a:endParaRPr>
          </a:p>
        </p:txBody>
      </p:sp>
      <p:sp>
        <p:nvSpPr>
          <p:cNvPr id="5" name="Rectangle 4"/>
          <p:cNvSpPr/>
          <p:nvPr/>
        </p:nvSpPr>
        <p:spPr>
          <a:xfrm>
            <a:off x="3822869" y="188640"/>
            <a:ext cx="2290611" cy="707886"/>
          </a:xfrm>
          <a:prstGeom prst="rect">
            <a:avLst/>
          </a:prstGeom>
          <a:noFill/>
        </p:spPr>
        <p:txBody>
          <a:bodyPr wrap="none">
            <a:spAutoFit/>
          </a:bodyPr>
          <a:lstStyle/>
          <a:p>
            <a:pPr algn="ctr" fontAlgn="base">
              <a:spcBef>
                <a:spcPct val="0"/>
              </a:spcBef>
              <a:spcAft>
                <a:spcPct val="0"/>
              </a:spcAft>
              <a:defRPr/>
            </a:pPr>
            <a:r>
              <a:rPr lang="en-US" sz="4000" b="1" dirty="0">
                <a:ln w="9000" cmpd="sng">
                  <a:solidFill>
                    <a:srgbClr val="8064A2">
                      <a:shade val="50000"/>
                      <a:satMod val="120000"/>
                    </a:srgbClr>
                  </a:solidFill>
                  <a:prstDash val="solid"/>
                </a:ln>
                <a:gradFill>
                  <a:gsLst>
                    <a:gs pos="0">
                      <a:srgbClr val="8064A2">
                        <a:shade val="20000"/>
                        <a:satMod val="245000"/>
                      </a:srgbClr>
                    </a:gs>
                    <a:gs pos="43000">
                      <a:srgbClr val="8064A2">
                        <a:satMod val="255000"/>
                      </a:srgbClr>
                    </a:gs>
                    <a:gs pos="48000">
                      <a:srgbClr val="8064A2">
                        <a:shade val="85000"/>
                        <a:satMod val="255000"/>
                      </a:srgbClr>
                    </a:gs>
                    <a:gs pos="100000">
                      <a:srgbClr val="8064A2">
                        <a:shade val="20000"/>
                        <a:satMod val="245000"/>
                      </a:srgbClr>
                    </a:gs>
                  </a:gsLst>
                  <a:lin ang="5400000"/>
                </a:gradFill>
                <a:effectLst>
                  <a:reflection blurRad="12700" stA="28000" endPos="45000" dist="1000" dir="5400000" sy="-100000" algn="bl" rotWithShape="0"/>
                </a:effectLst>
                <a:ea typeface="ＭＳ Ｐゴシック" charset="0"/>
                <a:cs typeface="ＭＳ Ｐゴシック" charset="0"/>
              </a:rPr>
              <a:t>Exercise 2</a:t>
            </a:r>
          </a:p>
        </p:txBody>
      </p:sp>
      <p:pic>
        <p:nvPicPr>
          <p:cNvPr id="99332" name="Picture 1" descr="Screen Shot 2014-10-12 at 1.16.44 PM.pn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06375" y="1557338"/>
            <a:ext cx="8397875" cy="4087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88010539"/>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0354" name="Object 2"/>
          <p:cNvGraphicFramePr>
            <a:graphicFrameLocks noChangeAspect="1"/>
          </p:cNvGraphicFramePr>
          <p:nvPr/>
        </p:nvGraphicFramePr>
        <p:xfrm>
          <a:off x="2120900" y="2133600"/>
          <a:ext cx="4816475" cy="2008188"/>
        </p:xfrm>
        <a:graphic>
          <a:graphicData uri="http://schemas.openxmlformats.org/presentationml/2006/ole">
            <mc:AlternateContent xmlns:mc="http://schemas.openxmlformats.org/markup-compatibility/2006">
              <mc:Choice xmlns:v="urn:schemas-microsoft-com:vml" Requires="v">
                <p:oleObj spid="_x0000_s5127" name="Equation" r:id="rId3" imgW="1523449" imgH="634954" progId="Equation.3">
                  <p:embed/>
                </p:oleObj>
              </mc:Choice>
              <mc:Fallback>
                <p:oleObj name="Equation" r:id="rId3" imgW="1523449" imgH="634954"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20900" y="2133600"/>
                        <a:ext cx="4816475" cy="2008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0355" name="Slide Number Placeholder 3"/>
          <p:cNvSpPr>
            <a:spLocks noGrp="1"/>
          </p:cNvSpPr>
          <p:nvPr>
            <p:ph type="sldNum" sz="quarter" idx="12"/>
          </p:nvPr>
        </p:nvSpPr>
        <p:spPr bwMode="auto">
          <a:xfrm>
            <a:off x="3779838" y="6472238"/>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Arial" pitchFamily="34" charset="0"/>
              <a:buChar char="•"/>
              <a:defRPr sz="3200">
                <a:solidFill>
                  <a:schemeClr val="tx1"/>
                </a:solidFill>
                <a:latin typeface="Calibri" pitchFamily="34" charset="0"/>
                <a:ea typeface="ＭＳ Ｐゴシック" pitchFamily="34" charset="-128"/>
              </a:defRPr>
            </a:lvl1pPr>
            <a:lvl2pPr marL="742950" indent="-285750" eaLnBrk="0" hangingPunct="0">
              <a:spcBef>
                <a:spcPct val="20000"/>
              </a:spcBef>
              <a:buFont typeface="Arial" pitchFamily="34" charset="0"/>
              <a:buChar char="–"/>
              <a:defRPr sz="2800">
                <a:solidFill>
                  <a:schemeClr val="tx1"/>
                </a:solidFill>
                <a:latin typeface="Calibri" pitchFamily="34" charset="0"/>
                <a:ea typeface="ＭＳ Ｐゴシック" pitchFamily="34" charset="-128"/>
              </a:defRPr>
            </a:lvl2pPr>
            <a:lvl3pPr marL="1143000" indent="-228600" eaLnBrk="0" hangingPunct="0">
              <a:spcBef>
                <a:spcPct val="20000"/>
              </a:spcBef>
              <a:buFont typeface="Arial" pitchFamily="34" charset="0"/>
              <a:buChar char="•"/>
              <a:defRPr sz="2400">
                <a:solidFill>
                  <a:schemeClr val="tx1"/>
                </a:solidFill>
                <a:latin typeface="Calibri" pitchFamily="34" charset="0"/>
                <a:ea typeface="ＭＳ Ｐゴシック" pitchFamily="34" charset="-128"/>
              </a:defRPr>
            </a:lvl3pPr>
            <a:lvl4pPr marL="16002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4pPr>
            <a:lvl5pPr marL="20574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5pPr>
            <a:lvl6pPr marL="25146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6pPr>
            <a:lvl7pPr marL="29718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7pPr>
            <a:lvl8pPr marL="34290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8pPr>
            <a:lvl9pPr marL="38862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9pPr>
          </a:lstStyle>
          <a:p>
            <a:pPr algn="ctr" eaLnBrk="1" hangingPunct="1">
              <a:spcBef>
                <a:spcPct val="0"/>
              </a:spcBef>
              <a:buFontTx/>
              <a:buNone/>
            </a:pPr>
            <a:fld id="{6414EF70-24A2-47C2-8489-E51D63FA2EFA}" type="slidenum">
              <a:rPr lang="en-US" altLang="en-US" sz="1200" smtClean="0">
                <a:solidFill>
                  <a:srgbClr val="898989"/>
                </a:solidFill>
              </a:rPr>
              <a:pPr algn="ctr" eaLnBrk="1" hangingPunct="1">
                <a:spcBef>
                  <a:spcPct val="0"/>
                </a:spcBef>
                <a:buFontTx/>
                <a:buNone/>
              </a:pPr>
              <a:t>51</a:t>
            </a:fld>
            <a:endParaRPr lang="en-US" altLang="en-US" sz="1200" smtClean="0">
              <a:solidFill>
                <a:srgbClr val="898989"/>
              </a:solidFill>
            </a:endParaRPr>
          </a:p>
        </p:txBody>
      </p:sp>
      <p:sp>
        <p:nvSpPr>
          <p:cNvPr id="5" name="Rectangle 4"/>
          <p:cNvSpPr/>
          <p:nvPr/>
        </p:nvSpPr>
        <p:spPr>
          <a:xfrm>
            <a:off x="2742971" y="188640"/>
            <a:ext cx="4450407" cy="707886"/>
          </a:xfrm>
          <a:prstGeom prst="rect">
            <a:avLst/>
          </a:prstGeom>
          <a:noFill/>
        </p:spPr>
        <p:txBody>
          <a:bodyPr wrap="none">
            <a:spAutoFit/>
          </a:bodyPr>
          <a:lstStyle/>
          <a:p>
            <a:pPr algn="ctr" fontAlgn="base">
              <a:spcBef>
                <a:spcPct val="0"/>
              </a:spcBef>
              <a:spcAft>
                <a:spcPct val="0"/>
              </a:spcAft>
              <a:defRPr/>
            </a:pPr>
            <a:r>
              <a:rPr lang="en-US" sz="4000" b="1" dirty="0">
                <a:ln w="9000" cmpd="sng">
                  <a:solidFill>
                    <a:srgbClr val="8064A2">
                      <a:shade val="50000"/>
                      <a:satMod val="120000"/>
                    </a:srgbClr>
                  </a:solidFill>
                  <a:prstDash val="solid"/>
                </a:ln>
                <a:gradFill>
                  <a:gsLst>
                    <a:gs pos="0">
                      <a:srgbClr val="8064A2">
                        <a:shade val="20000"/>
                        <a:satMod val="245000"/>
                      </a:srgbClr>
                    </a:gs>
                    <a:gs pos="43000">
                      <a:srgbClr val="8064A2">
                        <a:satMod val="255000"/>
                      </a:srgbClr>
                    </a:gs>
                    <a:gs pos="48000">
                      <a:srgbClr val="8064A2">
                        <a:shade val="85000"/>
                        <a:satMod val="255000"/>
                      </a:srgbClr>
                    </a:gs>
                    <a:gs pos="100000">
                      <a:srgbClr val="8064A2">
                        <a:shade val="20000"/>
                        <a:satMod val="245000"/>
                      </a:srgbClr>
                    </a:gs>
                  </a:gsLst>
                  <a:lin ang="5400000"/>
                </a:gradFill>
                <a:effectLst>
                  <a:reflection blurRad="12700" stA="28000" endPos="45000" dist="1000" dir="5400000" sy="-100000" algn="bl" rotWithShape="0"/>
                </a:effectLst>
                <a:ea typeface="ＭＳ Ｐゴシック" charset="0"/>
                <a:cs typeface="ＭＳ Ｐゴシック" charset="0"/>
              </a:rPr>
              <a:t>Exercise 2 - Solution</a:t>
            </a:r>
          </a:p>
        </p:txBody>
      </p:sp>
    </p:spTree>
    <p:extLst>
      <p:ext uri="{BB962C8B-B14F-4D97-AF65-F5344CB8AC3E}">
        <p14:creationId xmlns:p14="http://schemas.microsoft.com/office/powerpoint/2010/main" val="134978019"/>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Title 1"/>
          <p:cNvSpPr>
            <a:spLocks noGrp="1"/>
          </p:cNvSpPr>
          <p:nvPr>
            <p:ph type="title"/>
          </p:nvPr>
        </p:nvSpPr>
        <p:spPr/>
        <p:txBody>
          <a:bodyPr/>
          <a:lstStyle/>
          <a:p>
            <a:r>
              <a:rPr lang="en-AU" altLang="en-US" dirty="0" smtClean="0"/>
              <a:t>Exercise 3</a:t>
            </a:r>
          </a:p>
        </p:txBody>
      </p:sp>
      <p:sp>
        <p:nvSpPr>
          <p:cNvPr id="101379" name="Content Placeholder 2"/>
          <p:cNvSpPr>
            <a:spLocks noGrp="1"/>
          </p:cNvSpPr>
          <p:nvPr>
            <p:ph idx="1"/>
          </p:nvPr>
        </p:nvSpPr>
        <p:spPr/>
        <p:txBody>
          <a:bodyPr/>
          <a:lstStyle/>
          <a:p>
            <a:pPr marL="457200" indent="-457200">
              <a:buFont typeface="Arial" pitchFamily="34" charset="0"/>
              <a:buAutoNum type="arabicPeriod"/>
            </a:pPr>
            <a:r>
              <a:rPr lang="en-AU" altLang="en-US" sz="2400" dirty="0" smtClean="0"/>
              <a:t>How many words, with or without meaning can be made from the letters of the word MONDAY, assuming that no letter is repeated, if</a:t>
            </a:r>
          </a:p>
          <a:p>
            <a:pPr marL="1200150" lvl="2" indent="-400050">
              <a:buAutoNum type="romanLcParenR"/>
            </a:pPr>
            <a:r>
              <a:rPr lang="en-AU" altLang="en-US" sz="2000" dirty="0" smtClean="0"/>
              <a:t>4 letters are used at a time , </a:t>
            </a:r>
          </a:p>
          <a:p>
            <a:pPr marL="1200150" lvl="2" indent="-400050">
              <a:buAutoNum type="romanLcParenR"/>
            </a:pPr>
            <a:r>
              <a:rPr lang="en-AU" altLang="en-US" sz="2000" dirty="0" smtClean="0"/>
              <a:t>all letters are used at a time</a:t>
            </a:r>
          </a:p>
          <a:p>
            <a:pPr marL="800100" lvl="2" indent="0">
              <a:buNone/>
            </a:pPr>
            <a:r>
              <a:rPr lang="en-AU" altLang="en-US" sz="2000" dirty="0" smtClean="0"/>
              <a:t>iii)  All letters are used but first letter is vowel</a:t>
            </a:r>
          </a:p>
          <a:p>
            <a:pPr marL="800100" lvl="2" indent="0">
              <a:buNone/>
            </a:pPr>
            <a:endParaRPr lang="en-AU" altLang="en-US" sz="1600" dirty="0" smtClean="0"/>
          </a:p>
          <a:p>
            <a:pPr marL="457200" indent="-457200">
              <a:buFont typeface="Arial" pitchFamily="34" charset="0"/>
              <a:buAutoNum type="arabicPeriod"/>
            </a:pPr>
            <a:r>
              <a:rPr lang="en-AU" altLang="en-US" sz="2400" dirty="0" smtClean="0"/>
              <a:t>One hundred twelve people bought raffle tickets to enter a random drawing for three prizes. How many ways can three names be drawn for first prize, second prize, and third prize?</a:t>
            </a:r>
          </a:p>
          <a:p>
            <a:pPr marL="457200" indent="-457200">
              <a:buFont typeface="Arial" pitchFamily="34" charset="0"/>
              <a:buAutoNum type="arabicPeriod"/>
            </a:pPr>
            <a:r>
              <a:rPr lang="en-AU" altLang="en-US" sz="2400" dirty="0" smtClean="0"/>
              <a:t>In how many ways can the letter of the word ‘JUDGE’ be arranged such that the vowels always come together?</a:t>
            </a:r>
          </a:p>
        </p:txBody>
      </p:sp>
    </p:spTree>
    <p:extLst>
      <p:ext uri="{BB962C8B-B14F-4D97-AF65-F5344CB8AC3E}">
        <p14:creationId xmlns:p14="http://schemas.microsoft.com/office/powerpoint/2010/main" val="3998142170"/>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18"/>
          <p:cNvSpPr>
            <a:spLocks noGrp="1" noChangeArrowheads="1"/>
          </p:cNvSpPr>
          <p:nvPr>
            <p:ph type="sldNum" sz="quarter" idx="12"/>
          </p:nvPr>
        </p:nvSpPr>
        <p:spPr bwMode="auto">
          <a:xfrm>
            <a:off x="3492500" y="6524625"/>
            <a:ext cx="2133600" cy="3333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Arial" pitchFamily="34" charset="0"/>
              <a:buChar char="•"/>
              <a:defRPr sz="3200">
                <a:solidFill>
                  <a:schemeClr val="tx1"/>
                </a:solidFill>
                <a:latin typeface="Calibri" pitchFamily="34" charset="0"/>
                <a:ea typeface="ＭＳ Ｐゴシック" pitchFamily="34" charset="-128"/>
              </a:defRPr>
            </a:lvl1pPr>
            <a:lvl2pPr marL="742950" indent="-285750" eaLnBrk="0" hangingPunct="0">
              <a:spcBef>
                <a:spcPct val="20000"/>
              </a:spcBef>
              <a:buFont typeface="Arial" pitchFamily="34" charset="0"/>
              <a:buChar char="–"/>
              <a:defRPr sz="2800">
                <a:solidFill>
                  <a:schemeClr val="tx1"/>
                </a:solidFill>
                <a:latin typeface="Calibri" pitchFamily="34" charset="0"/>
                <a:ea typeface="ＭＳ Ｐゴシック" pitchFamily="34" charset="-128"/>
              </a:defRPr>
            </a:lvl2pPr>
            <a:lvl3pPr marL="1143000" indent="-228600" eaLnBrk="0" hangingPunct="0">
              <a:spcBef>
                <a:spcPct val="20000"/>
              </a:spcBef>
              <a:buFont typeface="Arial" pitchFamily="34" charset="0"/>
              <a:buChar char="•"/>
              <a:defRPr sz="2400">
                <a:solidFill>
                  <a:schemeClr val="tx1"/>
                </a:solidFill>
                <a:latin typeface="Calibri" pitchFamily="34" charset="0"/>
                <a:ea typeface="ＭＳ Ｐゴシック" pitchFamily="34" charset="-128"/>
              </a:defRPr>
            </a:lvl3pPr>
            <a:lvl4pPr marL="16002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4pPr>
            <a:lvl5pPr marL="20574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5pPr>
            <a:lvl6pPr marL="25146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6pPr>
            <a:lvl7pPr marL="29718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7pPr>
            <a:lvl8pPr marL="34290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8pPr>
            <a:lvl9pPr marL="38862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9pPr>
          </a:lstStyle>
          <a:p>
            <a:pPr algn="ctr" eaLnBrk="1" hangingPunct="1">
              <a:spcBef>
                <a:spcPct val="0"/>
              </a:spcBef>
              <a:buFontTx/>
              <a:buNone/>
            </a:pPr>
            <a:fld id="{D51483DA-7F8A-493C-868D-727CDACEEACA}" type="slidenum">
              <a:rPr lang="en-US" altLang="en-US" sz="1200" smtClean="0">
                <a:solidFill>
                  <a:srgbClr val="898989"/>
                </a:solidFill>
              </a:rPr>
              <a:pPr algn="ctr" eaLnBrk="1" hangingPunct="1">
                <a:spcBef>
                  <a:spcPct val="0"/>
                </a:spcBef>
                <a:buFontTx/>
                <a:buNone/>
              </a:pPr>
              <a:t>53</a:t>
            </a:fld>
            <a:endParaRPr lang="en-US" altLang="en-US" sz="1200" smtClean="0">
              <a:solidFill>
                <a:srgbClr val="898989"/>
              </a:solidFill>
            </a:endParaRPr>
          </a:p>
        </p:txBody>
      </p:sp>
      <p:sp>
        <p:nvSpPr>
          <p:cNvPr id="2050" name="Rectangle 2"/>
          <p:cNvSpPr>
            <a:spLocks noGrp="1" noChangeArrowheads="1"/>
          </p:cNvSpPr>
          <p:nvPr>
            <p:ph type="ctrTitle"/>
          </p:nvPr>
        </p:nvSpPr>
        <p:spPr>
          <a:xfrm>
            <a:off x="1259632" y="2204864"/>
            <a:ext cx="6840760" cy="1224136"/>
          </a:xfrm>
          <a:extLst>
            <a:ext uri="{FAA26D3D-D897-4be2-8F04-BA451C77F1D7}"/>
          </a:extLst>
        </p:spPr>
        <p:style>
          <a:lnRef idx="0">
            <a:schemeClr val="accent2"/>
          </a:lnRef>
          <a:fillRef idx="3">
            <a:schemeClr val="accent2"/>
          </a:fillRef>
          <a:effectRef idx="3">
            <a:schemeClr val="accent2"/>
          </a:effectRef>
          <a:fontRef idx="minor">
            <a:schemeClr val="lt1"/>
          </a:fontRef>
        </p:style>
        <p:txBody>
          <a:bodyPr anchor="t"/>
          <a:lstStyle/>
          <a:p>
            <a:pPr>
              <a:defRPr/>
            </a:pPr>
            <a:r>
              <a:rPr lang="en-US" sz="7200" dirty="0" smtClean="0"/>
              <a:t>Combinations</a:t>
            </a:r>
            <a:r>
              <a:rPr lang="en-US" sz="7200" dirty="0"/>
              <a:t/>
            </a:r>
            <a:br>
              <a:rPr lang="en-US" sz="7200" dirty="0"/>
            </a:br>
            <a:endParaRPr lang="en-US" sz="7200" dirty="0"/>
          </a:p>
        </p:txBody>
      </p:sp>
    </p:spTree>
    <p:extLst>
      <p:ext uri="{BB962C8B-B14F-4D97-AF65-F5344CB8AC3E}">
        <p14:creationId xmlns:p14="http://schemas.microsoft.com/office/powerpoint/2010/main" val="1323714770"/>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Content Placeholder 2"/>
          <p:cNvSpPr>
            <a:spLocks noGrp="1"/>
          </p:cNvSpPr>
          <p:nvPr>
            <p:ph idx="1"/>
          </p:nvPr>
        </p:nvSpPr>
        <p:spPr/>
        <p:txBody>
          <a:bodyPr/>
          <a:lstStyle/>
          <a:p>
            <a:pPr>
              <a:spcAft>
                <a:spcPts val="1200"/>
              </a:spcAft>
            </a:pPr>
            <a:r>
              <a:rPr lang="en-US" altLang="en-US" smtClean="0"/>
              <a:t>There are also two types of combinations (remember the order does </a:t>
            </a:r>
            <a:r>
              <a:rPr lang="en-US" altLang="en-US" b="1" smtClean="0"/>
              <a:t>not</a:t>
            </a:r>
            <a:r>
              <a:rPr lang="en-US" altLang="en-US" smtClean="0"/>
              <a:t> matter now):</a:t>
            </a:r>
          </a:p>
          <a:p>
            <a:pPr>
              <a:spcAft>
                <a:spcPts val="1200"/>
              </a:spcAft>
            </a:pPr>
            <a:r>
              <a:rPr lang="en-US" altLang="en-US" b="1" smtClean="0"/>
              <a:t>Repetition is Allowed</a:t>
            </a:r>
            <a:r>
              <a:rPr lang="en-US" altLang="en-US" smtClean="0"/>
              <a:t>: such as coins in your pocket (5,5,5,10,10)</a:t>
            </a:r>
          </a:p>
          <a:p>
            <a:pPr>
              <a:spcAft>
                <a:spcPts val="1200"/>
              </a:spcAft>
            </a:pPr>
            <a:r>
              <a:rPr lang="en-US" altLang="en-US" b="1" smtClean="0"/>
              <a:t>No Repetition</a:t>
            </a:r>
            <a:r>
              <a:rPr lang="en-US" altLang="en-US" smtClean="0"/>
              <a:t>: such as combination of subjects to enroll (Maths., English, Music)</a:t>
            </a:r>
          </a:p>
          <a:p>
            <a:pPr>
              <a:spcAft>
                <a:spcPts val="1200"/>
              </a:spcAft>
            </a:pPr>
            <a:endParaRPr lang="en-US" altLang="en-US" smtClean="0"/>
          </a:p>
        </p:txBody>
      </p:sp>
      <p:sp>
        <p:nvSpPr>
          <p:cNvPr id="103427" name="Slide Number Placeholder 3"/>
          <p:cNvSpPr>
            <a:spLocks noGrp="1"/>
          </p:cNvSpPr>
          <p:nvPr>
            <p:ph type="sldNum" sz="quarter" idx="12"/>
          </p:nvPr>
        </p:nvSpPr>
        <p:spPr bwMode="auto">
          <a:xfrm>
            <a:off x="3132138" y="6461125"/>
            <a:ext cx="2895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Arial" pitchFamily="34" charset="0"/>
              <a:buChar char="•"/>
              <a:defRPr sz="3200">
                <a:solidFill>
                  <a:schemeClr val="tx1"/>
                </a:solidFill>
                <a:latin typeface="Calibri" pitchFamily="34" charset="0"/>
                <a:ea typeface="ＭＳ Ｐゴシック" pitchFamily="34" charset="-128"/>
              </a:defRPr>
            </a:lvl1pPr>
            <a:lvl2pPr marL="742950" indent="-285750" eaLnBrk="0" hangingPunct="0">
              <a:spcBef>
                <a:spcPct val="20000"/>
              </a:spcBef>
              <a:buFont typeface="Arial" pitchFamily="34" charset="0"/>
              <a:buChar char="–"/>
              <a:defRPr sz="2800">
                <a:solidFill>
                  <a:schemeClr val="tx1"/>
                </a:solidFill>
                <a:latin typeface="Calibri" pitchFamily="34" charset="0"/>
                <a:ea typeface="ＭＳ Ｐゴシック" pitchFamily="34" charset="-128"/>
              </a:defRPr>
            </a:lvl2pPr>
            <a:lvl3pPr marL="1143000" indent="-228600" eaLnBrk="0" hangingPunct="0">
              <a:spcBef>
                <a:spcPct val="20000"/>
              </a:spcBef>
              <a:buFont typeface="Arial" pitchFamily="34" charset="0"/>
              <a:buChar char="•"/>
              <a:defRPr sz="2400">
                <a:solidFill>
                  <a:schemeClr val="tx1"/>
                </a:solidFill>
                <a:latin typeface="Calibri" pitchFamily="34" charset="0"/>
                <a:ea typeface="ＭＳ Ｐゴシック" pitchFamily="34" charset="-128"/>
              </a:defRPr>
            </a:lvl3pPr>
            <a:lvl4pPr marL="16002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4pPr>
            <a:lvl5pPr marL="20574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5pPr>
            <a:lvl6pPr marL="25146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6pPr>
            <a:lvl7pPr marL="29718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7pPr>
            <a:lvl8pPr marL="34290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8pPr>
            <a:lvl9pPr marL="38862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9pPr>
          </a:lstStyle>
          <a:p>
            <a:pPr algn="ctr" eaLnBrk="1" hangingPunct="1">
              <a:spcBef>
                <a:spcPct val="0"/>
              </a:spcBef>
              <a:buFontTx/>
              <a:buNone/>
            </a:pPr>
            <a:fld id="{B6CA6391-D744-415D-88E9-EAD7B0274BF2}" type="slidenum">
              <a:rPr lang="en-US" altLang="en-US" sz="1200" smtClean="0">
                <a:solidFill>
                  <a:srgbClr val="898989"/>
                </a:solidFill>
              </a:rPr>
              <a:pPr algn="ctr" eaLnBrk="1" hangingPunct="1">
                <a:spcBef>
                  <a:spcPct val="0"/>
                </a:spcBef>
                <a:buFontTx/>
                <a:buNone/>
              </a:pPr>
              <a:t>54</a:t>
            </a:fld>
            <a:endParaRPr lang="en-US" altLang="en-US" sz="1200" smtClean="0">
              <a:solidFill>
                <a:srgbClr val="898989"/>
              </a:solidFill>
            </a:endParaRPr>
          </a:p>
        </p:txBody>
      </p:sp>
    </p:spTree>
    <p:extLst>
      <p:ext uri="{BB962C8B-B14F-4D97-AF65-F5344CB8AC3E}">
        <p14:creationId xmlns:p14="http://schemas.microsoft.com/office/powerpoint/2010/main" val="3158340246"/>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Slide Number Placeholder 2"/>
          <p:cNvSpPr>
            <a:spLocks noGrp="1"/>
          </p:cNvSpPr>
          <p:nvPr>
            <p:ph type="sldNum" sz="quarter" idx="12"/>
          </p:nvPr>
        </p:nvSpPr>
        <p:spPr bwMode="auto">
          <a:xfrm>
            <a:off x="3124200" y="6519863"/>
            <a:ext cx="2895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Arial" pitchFamily="34" charset="0"/>
              <a:buChar char="•"/>
              <a:defRPr sz="3200">
                <a:solidFill>
                  <a:schemeClr val="tx1"/>
                </a:solidFill>
                <a:latin typeface="Calibri" pitchFamily="34" charset="0"/>
                <a:ea typeface="ＭＳ Ｐゴシック" pitchFamily="34" charset="-128"/>
              </a:defRPr>
            </a:lvl1pPr>
            <a:lvl2pPr marL="742950" indent="-285750" eaLnBrk="0" hangingPunct="0">
              <a:spcBef>
                <a:spcPct val="20000"/>
              </a:spcBef>
              <a:buFont typeface="Arial" pitchFamily="34" charset="0"/>
              <a:buChar char="–"/>
              <a:defRPr sz="2800">
                <a:solidFill>
                  <a:schemeClr val="tx1"/>
                </a:solidFill>
                <a:latin typeface="Calibri" pitchFamily="34" charset="0"/>
                <a:ea typeface="ＭＳ Ｐゴシック" pitchFamily="34" charset="-128"/>
              </a:defRPr>
            </a:lvl2pPr>
            <a:lvl3pPr marL="1143000" indent="-228600" eaLnBrk="0" hangingPunct="0">
              <a:spcBef>
                <a:spcPct val="20000"/>
              </a:spcBef>
              <a:buFont typeface="Arial" pitchFamily="34" charset="0"/>
              <a:buChar char="•"/>
              <a:defRPr sz="2400">
                <a:solidFill>
                  <a:schemeClr val="tx1"/>
                </a:solidFill>
                <a:latin typeface="Calibri" pitchFamily="34" charset="0"/>
                <a:ea typeface="ＭＳ Ｐゴシック" pitchFamily="34" charset="-128"/>
              </a:defRPr>
            </a:lvl3pPr>
            <a:lvl4pPr marL="16002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4pPr>
            <a:lvl5pPr marL="20574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5pPr>
            <a:lvl6pPr marL="25146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6pPr>
            <a:lvl7pPr marL="29718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7pPr>
            <a:lvl8pPr marL="34290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8pPr>
            <a:lvl9pPr marL="38862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9pPr>
          </a:lstStyle>
          <a:p>
            <a:pPr algn="ctr" eaLnBrk="1" hangingPunct="1">
              <a:spcBef>
                <a:spcPct val="0"/>
              </a:spcBef>
              <a:buFontTx/>
              <a:buNone/>
            </a:pPr>
            <a:fld id="{FF9B6B37-148B-4402-8E47-9A0FC3157E33}" type="slidenum">
              <a:rPr lang="en-US" altLang="en-US" sz="1200" smtClean="0">
                <a:solidFill>
                  <a:srgbClr val="898989"/>
                </a:solidFill>
              </a:rPr>
              <a:pPr algn="ctr" eaLnBrk="1" hangingPunct="1">
                <a:spcBef>
                  <a:spcPct val="0"/>
                </a:spcBef>
                <a:buFontTx/>
                <a:buNone/>
              </a:pPr>
              <a:t>55</a:t>
            </a:fld>
            <a:endParaRPr lang="en-US" altLang="en-US" sz="1200" smtClean="0">
              <a:solidFill>
                <a:srgbClr val="898989"/>
              </a:solidFill>
            </a:endParaRPr>
          </a:p>
        </p:txBody>
      </p:sp>
      <p:sp>
        <p:nvSpPr>
          <p:cNvPr id="4" name="Title 2"/>
          <p:cNvSpPr txBox="1">
            <a:spLocks/>
          </p:cNvSpPr>
          <p:nvPr/>
        </p:nvSpPr>
        <p:spPr>
          <a:xfrm>
            <a:off x="2411413" y="188913"/>
            <a:ext cx="6213475" cy="936625"/>
          </a:xfrm>
          <a:prstGeom prst="rect">
            <a:avLst/>
          </a:prstGeom>
        </p:spPr>
        <p:style>
          <a:lnRef idx="2">
            <a:schemeClr val="accent2"/>
          </a:lnRef>
          <a:fillRef idx="1">
            <a:schemeClr val="lt1"/>
          </a:fillRef>
          <a:effectRef idx="0">
            <a:schemeClr val="accent2"/>
          </a:effectRef>
          <a:fontRef idx="minor">
            <a:schemeClr val="dk1"/>
          </a:fontRef>
        </p:style>
        <p:txBody>
          <a:bodyPr anchor="ctr"/>
          <a:lstStyle/>
          <a:p>
            <a:pPr algn="ctr" fontAlgn="base">
              <a:spcBef>
                <a:spcPct val="0"/>
              </a:spcBef>
              <a:spcAft>
                <a:spcPct val="0"/>
              </a:spcAft>
              <a:defRPr/>
            </a:pPr>
            <a:r>
              <a:rPr lang="en-US" sz="3600" kern="0" dirty="0">
                <a:solidFill>
                  <a:prstClr val="black"/>
                </a:solidFill>
              </a:rPr>
              <a:t>Combinations </a:t>
            </a:r>
          </a:p>
          <a:p>
            <a:pPr algn="ctr" fontAlgn="base">
              <a:spcBef>
                <a:spcPct val="0"/>
              </a:spcBef>
              <a:spcAft>
                <a:spcPct val="0"/>
              </a:spcAft>
              <a:defRPr/>
            </a:pPr>
            <a:r>
              <a:rPr lang="en-US" sz="2800" kern="0" dirty="0">
                <a:solidFill>
                  <a:prstClr val="black"/>
                </a:solidFill>
              </a:rPr>
              <a:t>(without Repetition)</a:t>
            </a:r>
          </a:p>
        </p:txBody>
      </p:sp>
      <p:pic>
        <p:nvPicPr>
          <p:cNvPr id="104452" name="Picture 5" descr="Screen Shot 2014-10-12 at 1.31.00 PM.pn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55650" y="1341438"/>
            <a:ext cx="6405563" cy="3278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104453" name="Object 8"/>
          <p:cNvGraphicFramePr>
            <a:graphicFrameLocks noChangeAspect="1"/>
          </p:cNvGraphicFramePr>
          <p:nvPr/>
        </p:nvGraphicFramePr>
        <p:xfrm>
          <a:off x="1143000" y="4879975"/>
          <a:ext cx="6446838" cy="1357313"/>
        </p:xfrm>
        <a:graphic>
          <a:graphicData uri="http://schemas.openxmlformats.org/presentationml/2006/ole">
            <mc:AlternateContent xmlns:mc="http://schemas.openxmlformats.org/markup-compatibility/2006">
              <mc:Choice xmlns:v="urn:schemas-microsoft-com:vml" Requires="v">
                <p:oleObj spid="_x0000_s6151" name="Equation" r:id="rId4" imgW="2171080" imgH="456924" progId="Equation.3">
                  <p:embed/>
                </p:oleObj>
              </mc:Choice>
              <mc:Fallback>
                <p:oleObj name="Equation" r:id="rId4" imgW="2171080" imgH="456924"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43000" y="4879975"/>
                        <a:ext cx="6446838" cy="1357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254796041"/>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Content Placeholder 3"/>
          <p:cNvSpPr>
            <a:spLocks noGrp="1"/>
          </p:cNvSpPr>
          <p:nvPr>
            <p:ph idx="1"/>
          </p:nvPr>
        </p:nvSpPr>
        <p:spPr>
          <a:xfrm>
            <a:off x="468313" y="1268413"/>
            <a:ext cx="8229600" cy="4525962"/>
          </a:xfrm>
        </p:spPr>
        <p:txBody>
          <a:bodyPr/>
          <a:lstStyle/>
          <a:p>
            <a:r>
              <a:rPr lang="en-US" altLang="en-US" smtClean="0"/>
              <a:t>Go back to our pool ball example, let us say that you just want to know which 3 pool balls were chosen, not the order.</a:t>
            </a:r>
          </a:p>
          <a:p>
            <a:r>
              <a:rPr lang="en-US" altLang="en-US" smtClean="0"/>
              <a:t>We already know that 3 out of 16 gave us 3,360 permutations.</a:t>
            </a:r>
          </a:p>
          <a:p>
            <a:r>
              <a:rPr lang="en-US" altLang="en-US" smtClean="0"/>
              <a:t>But many of those will be the same to us now, because we don't care what order!</a:t>
            </a:r>
          </a:p>
        </p:txBody>
      </p:sp>
      <p:sp>
        <p:nvSpPr>
          <p:cNvPr id="105475" name="Slide Number Placeholder 1"/>
          <p:cNvSpPr>
            <a:spLocks noGrp="1"/>
          </p:cNvSpPr>
          <p:nvPr>
            <p:ph type="sldNum" sz="quarter" idx="12"/>
          </p:nvPr>
        </p:nvSpPr>
        <p:spPr bwMode="auto">
          <a:xfrm>
            <a:off x="3124200" y="6519863"/>
            <a:ext cx="2895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Arial" pitchFamily="34" charset="0"/>
              <a:buChar char="•"/>
              <a:defRPr sz="3200">
                <a:solidFill>
                  <a:schemeClr val="tx1"/>
                </a:solidFill>
                <a:latin typeface="Calibri" pitchFamily="34" charset="0"/>
                <a:ea typeface="ＭＳ Ｐゴシック" pitchFamily="34" charset="-128"/>
              </a:defRPr>
            </a:lvl1pPr>
            <a:lvl2pPr marL="742950" indent="-285750" eaLnBrk="0" hangingPunct="0">
              <a:spcBef>
                <a:spcPct val="20000"/>
              </a:spcBef>
              <a:buFont typeface="Arial" pitchFamily="34" charset="0"/>
              <a:buChar char="–"/>
              <a:defRPr sz="2800">
                <a:solidFill>
                  <a:schemeClr val="tx1"/>
                </a:solidFill>
                <a:latin typeface="Calibri" pitchFamily="34" charset="0"/>
                <a:ea typeface="ＭＳ Ｐゴシック" pitchFamily="34" charset="-128"/>
              </a:defRPr>
            </a:lvl2pPr>
            <a:lvl3pPr marL="1143000" indent="-228600" eaLnBrk="0" hangingPunct="0">
              <a:spcBef>
                <a:spcPct val="20000"/>
              </a:spcBef>
              <a:buFont typeface="Arial" pitchFamily="34" charset="0"/>
              <a:buChar char="•"/>
              <a:defRPr sz="2400">
                <a:solidFill>
                  <a:schemeClr val="tx1"/>
                </a:solidFill>
                <a:latin typeface="Calibri" pitchFamily="34" charset="0"/>
                <a:ea typeface="ＭＳ Ｐゴシック" pitchFamily="34" charset="-128"/>
              </a:defRPr>
            </a:lvl3pPr>
            <a:lvl4pPr marL="16002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4pPr>
            <a:lvl5pPr marL="20574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5pPr>
            <a:lvl6pPr marL="25146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6pPr>
            <a:lvl7pPr marL="29718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7pPr>
            <a:lvl8pPr marL="34290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8pPr>
            <a:lvl9pPr marL="38862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9pPr>
          </a:lstStyle>
          <a:p>
            <a:pPr algn="ctr" eaLnBrk="1" hangingPunct="1">
              <a:spcBef>
                <a:spcPct val="0"/>
              </a:spcBef>
              <a:buFontTx/>
              <a:buNone/>
            </a:pPr>
            <a:fld id="{05DD9612-DE00-4CE1-8C57-FDCB133BAFBE}" type="slidenum">
              <a:rPr lang="en-US" altLang="en-US" sz="1200" smtClean="0">
                <a:solidFill>
                  <a:srgbClr val="898989"/>
                </a:solidFill>
              </a:rPr>
              <a:pPr algn="ctr" eaLnBrk="1" hangingPunct="1">
                <a:spcBef>
                  <a:spcPct val="0"/>
                </a:spcBef>
                <a:buFontTx/>
                <a:buNone/>
              </a:pPr>
              <a:t>56</a:t>
            </a:fld>
            <a:endParaRPr lang="en-US" altLang="en-US" sz="1200" smtClean="0">
              <a:solidFill>
                <a:srgbClr val="898989"/>
              </a:solidFill>
            </a:endParaRPr>
          </a:p>
        </p:txBody>
      </p:sp>
      <p:pic>
        <p:nvPicPr>
          <p:cNvPr id="10547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55875" y="5229225"/>
            <a:ext cx="3929063" cy="1047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6"/>
          <p:cNvSpPr/>
          <p:nvPr/>
        </p:nvSpPr>
        <p:spPr>
          <a:xfrm>
            <a:off x="3826272" y="116632"/>
            <a:ext cx="2647004" cy="769441"/>
          </a:xfrm>
          <a:prstGeom prst="rect">
            <a:avLst/>
          </a:prstGeom>
          <a:noFill/>
        </p:spPr>
        <p:txBody>
          <a:bodyPr wrap="none">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fontAlgn="base">
              <a:spcBef>
                <a:spcPct val="0"/>
              </a:spcBef>
              <a:spcAft>
                <a:spcPct val="0"/>
              </a:spcAft>
              <a:defRPr/>
            </a:pPr>
            <a:r>
              <a:rPr lang="en-US" sz="4400" b="1" spc="50" dirty="0">
                <a:ln w="11430"/>
                <a:gradFill>
                  <a:gsLst>
                    <a:gs pos="25000">
                      <a:srgbClr val="C0504D">
                        <a:satMod val="155000"/>
                      </a:srgbClr>
                    </a:gs>
                    <a:gs pos="100000">
                      <a:srgbClr val="C0504D">
                        <a:shade val="45000"/>
                        <a:satMod val="165000"/>
                      </a:srgbClr>
                    </a:gs>
                  </a:gsLst>
                  <a:lin ang="5400000"/>
                </a:gradFill>
                <a:effectLst>
                  <a:outerShdw blurRad="76200" dist="50800" dir="5400000" algn="tl" rotWithShape="0">
                    <a:srgbClr val="000000">
                      <a:alpha val="65000"/>
                    </a:srgbClr>
                  </a:outerShdw>
                </a:effectLst>
                <a:ea typeface="ＭＳ Ｐゴシック" charset="0"/>
                <a:cs typeface="ＭＳ Ｐゴシック" charset="0"/>
              </a:rPr>
              <a:t>Example 1</a:t>
            </a:r>
          </a:p>
        </p:txBody>
      </p:sp>
    </p:spTree>
    <p:extLst>
      <p:ext uri="{BB962C8B-B14F-4D97-AF65-F5344CB8AC3E}">
        <p14:creationId xmlns:p14="http://schemas.microsoft.com/office/powerpoint/2010/main" val="2421520968"/>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95288" y="1125538"/>
            <a:ext cx="8229600" cy="5040312"/>
          </a:xfrm>
        </p:spPr>
        <p:txBody>
          <a:bodyPr/>
          <a:lstStyle/>
          <a:p>
            <a:pPr>
              <a:buFont typeface="Arial" charset="0"/>
              <a:buChar char="•"/>
              <a:defRPr/>
            </a:pPr>
            <a:r>
              <a:rPr lang="en-US" dirty="0" smtClean="0">
                <a:ea typeface="ＭＳ Ｐゴシック" charset="0"/>
              </a:rPr>
              <a:t>For example, let us say balls 1, 2 and 3 were chosen. These are the possibilities:</a:t>
            </a:r>
          </a:p>
          <a:p>
            <a:pPr>
              <a:buFont typeface="Arial" charset="0"/>
              <a:buChar char="•"/>
              <a:defRPr/>
            </a:pPr>
            <a:endParaRPr lang="en-US" dirty="0" smtClean="0">
              <a:ea typeface="ＭＳ Ｐゴシック" charset="0"/>
            </a:endParaRPr>
          </a:p>
          <a:p>
            <a:pPr>
              <a:buFont typeface="Arial" charset="0"/>
              <a:buNone/>
              <a:defRPr/>
            </a:pPr>
            <a:endParaRPr lang="en-US" dirty="0" smtClean="0">
              <a:ea typeface="ＭＳ Ｐゴシック" charset="0"/>
            </a:endParaRPr>
          </a:p>
          <a:p>
            <a:pPr>
              <a:buFont typeface="Arial" charset="0"/>
              <a:buChar char="•"/>
              <a:defRPr/>
            </a:pPr>
            <a:endParaRPr lang="en-US" dirty="0" smtClean="0">
              <a:ea typeface="ＭＳ Ｐゴシック" charset="0"/>
            </a:endParaRPr>
          </a:p>
          <a:p>
            <a:pPr marL="0" indent="0">
              <a:buFont typeface="Arial" charset="0"/>
              <a:buNone/>
              <a:defRPr/>
            </a:pPr>
            <a:endParaRPr lang="en-US" dirty="0" smtClean="0">
              <a:ea typeface="ＭＳ Ｐゴシック" charset="0"/>
            </a:endParaRPr>
          </a:p>
          <a:p>
            <a:pPr marL="0" indent="0">
              <a:buFont typeface="Arial" charset="0"/>
              <a:buNone/>
              <a:defRPr/>
            </a:pPr>
            <a:endParaRPr lang="en-US" dirty="0" smtClean="0">
              <a:ea typeface="ＭＳ Ｐゴシック" charset="0"/>
            </a:endParaRPr>
          </a:p>
          <a:p>
            <a:pPr>
              <a:buFont typeface="Arial" charset="0"/>
              <a:buChar char="•"/>
              <a:defRPr/>
            </a:pPr>
            <a:r>
              <a:rPr lang="en-US" dirty="0" smtClean="0">
                <a:ea typeface="ＭＳ Ｐゴシック" charset="0"/>
              </a:rPr>
              <a:t>So, the permutations will have 6 times as many possibilities.</a:t>
            </a:r>
            <a:endParaRPr lang="en-US" dirty="0">
              <a:ea typeface="ＭＳ Ｐゴシック" charset="0"/>
            </a:endParaRPr>
          </a:p>
        </p:txBody>
      </p:sp>
      <p:sp>
        <p:nvSpPr>
          <p:cNvPr id="106499" name="Slide Number Placeholder 3"/>
          <p:cNvSpPr>
            <a:spLocks noGrp="1"/>
          </p:cNvSpPr>
          <p:nvPr>
            <p:ph type="sldNum" sz="quarter" idx="12"/>
          </p:nvPr>
        </p:nvSpPr>
        <p:spPr bwMode="auto">
          <a:xfrm>
            <a:off x="3124200" y="6519863"/>
            <a:ext cx="2895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Arial" pitchFamily="34" charset="0"/>
              <a:buChar char="•"/>
              <a:defRPr sz="3200">
                <a:solidFill>
                  <a:schemeClr val="tx1"/>
                </a:solidFill>
                <a:latin typeface="Calibri" pitchFamily="34" charset="0"/>
                <a:ea typeface="ＭＳ Ｐゴシック" pitchFamily="34" charset="-128"/>
              </a:defRPr>
            </a:lvl1pPr>
            <a:lvl2pPr marL="742950" indent="-285750" eaLnBrk="0" hangingPunct="0">
              <a:spcBef>
                <a:spcPct val="20000"/>
              </a:spcBef>
              <a:buFont typeface="Arial" pitchFamily="34" charset="0"/>
              <a:buChar char="–"/>
              <a:defRPr sz="2800">
                <a:solidFill>
                  <a:schemeClr val="tx1"/>
                </a:solidFill>
                <a:latin typeface="Calibri" pitchFamily="34" charset="0"/>
                <a:ea typeface="ＭＳ Ｐゴシック" pitchFamily="34" charset="-128"/>
              </a:defRPr>
            </a:lvl2pPr>
            <a:lvl3pPr marL="1143000" indent="-228600" eaLnBrk="0" hangingPunct="0">
              <a:spcBef>
                <a:spcPct val="20000"/>
              </a:spcBef>
              <a:buFont typeface="Arial" pitchFamily="34" charset="0"/>
              <a:buChar char="•"/>
              <a:defRPr sz="2400">
                <a:solidFill>
                  <a:schemeClr val="tx1"/>
                </a:solidFill>
                <a:latin typeface="Calibri" pitchFamily="34" charset="0"/>
                <a:ea typeface="ＭＳ Ｐゴシック" pitchFamily="34" charset="-128"/>
              </a:defRPr>
            </a:lvl3pPr>
            <a:lvl4pPr marL="16002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4pPr>
            <a:lvl5pPr marL="20574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5pPr>
            <a:lvl6pPr marL="25146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6pPr>
            <a:lvl7pPr marL="29718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7pPr>
            <a:lvl8pPr marL="34290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8pPr>
            <a:lvl9pPr marL="38862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9pPr>
          </a:lstStyle>
          <a:p>
            <a:pPr algn="ctr" eaLnBrk="1" hangingPunct="1">
              <a:spcBef>
                <a:spcPct val="0"/>
              </a:spcBef>
              <a:buFontTx/>
              <a:buNone/>
            </a:pPr>
            <a:fld id="{9BB929EC-6454-454B-9CBF-54C7E0B40CD9}" type="slidenum">
              <a:rPr lang="en-US" altLang="en-US" sz="1200" smtClean="0">
                <a:solidFill>
                  <a:srgbClr val="898989"/>
                </a:solidFill>
              </a:rPr>
              <a:pPr algn="ctr" eaLnBrk="1" hangingPunct="1">
                <a:spcBef>
                  <a:spcPct val="0"/>
                </a:spcBef>
                <a:buFontTx/>
                <a:buNone/>
              </a:pPr>
              <a:t>57</a:t>
            </a:fld>
            <a:endParaRPr lang="en-US" altLang="en-US" sz="1200" smtClean="0">
              <a:solidFill>
                <a:srgbClr val="898989"/>
              </a:solidFill>
            </a:endParaRPr>
          </a:p>
        </p:txBody>
      </p:sp>
      <p:graphicFrame>
        <p:nvGraphicFramePr>
          <p:cNvPr id="5" name="Table 4"/>
          <p:cNvGraphicFramePr>
            <a:graphicFrameLocks noGrp="1"/>
          </p:cNvGraphicFramePr>
          <p:nvPr/>
        </p:nvGraphicFramePr>
        <p:xfrm>
          <a:off x="2051050" y="2492375"/>
          <a:ext cx="4725988" cy="2108200"/>
        </p:xfrm>
        <a:graphic>
          <a:graphicData uri="http://schemas.openxmlformats.org/drawingml/2006/table">
            <a:tbl>
              <a:tblPr firstRow="1" bandRow="1">
                <a:tableStyleId>{5C22544A-7EE6-4342-B048-85BDC9FD1C3A}</a:tableStyleId>
              </a:tblPr>
              <a:tblGrid>
                <a:gridCol w="2228029"/>
                <a:gridCol w="2497959"/>
              </a:tblGrid>
              <a:tr h="370840">
                <a:tc>
                  <a:txBody>
                    <a:bodyPr/>
                    <a:lstStyle/>
                    <a:p>
                      <a:pPr algn="ctr"/>
                      <a:r>
                        <a:rPr lang="en-US" sz="1800" dirty="0" smtClean="0"/>
                        <a:t>Order does matter</a:t>
                      </a:r>
                      <a:endParaRPr lang="en-US" sz="1800" dirty="0"/>
                    </a:p>
                  </a:txBody>
                  <a:tcPr marL="91458" marR="91458"/>
                </a:tc>
                <a:tc>
                  <a:txBody>
                    <a:bodyPr/>
                    <a:lstStyle/>
                    <a:p>
                      <a:pPr algn="ctr"/>
                      <a:r>
                        <a:rPr lang="en-US" sz="1800" dirty="0" smtClean="0"/>
                        <a:t>Order doesn't matter</a:t>
                      </a:r>
                      <a:endParaRPr lang="en-US" sz="1800" dirty="0"/>
                    </a:p>
                  </a:txBody>
                  <a:tcPr marL="91458" marR="91458"/>
                </a:tc>
              </a:tr>
              <a:tr h="1737360">
                <a:tc>
                  <a:txBody>
                    <a:bodyPr/>
                    <a:lstStyle/>
                    <a:p>
                      <a:pPr algn="ctr"/>
                      <a:r>
                        <a:rPr lang="en-US" sz="1800" dirty="0" smtClean="0"/>
                        <a:t>1 2 3</a:t>
                      </a:r>
                      <a:br>
                        <a:rPr lang="en-US" sz="1800" dirty="0" smtClean="0"/>
                      </a:br>
                      <a:r>
                        <a:rPr lang="en-US" sz="1800" dirty="0" smtClean="0"/>
                        <a:t>1 3 2</a:t>
                      </a:r>
                      <a:br>
                        <a:rPr lang="en-US" sz="1800" dirty="0" smtClean="0"/>
                      </a:br>
                      <a:r>
                        <a:rPr lang="en-US" sz="1800" dirty="0" smtClean="0"/>
                        <a:t>2 1 3</a:t>
                      </a:r>
                      <a:br>
                        <a:rPr lang="en-US" sz="1800" dirty="0" smtClean="0"/>
                      </a:br>
                      <a:r>
                        <a:rPr lang="en-US" sz="1800" dirty="0" smtClean="0"/>
                        <a:t>2 3 1</a:t>
                      </a:r>
                      <a:br>
                        <a:rPr lang="en-US" sz="1800" dirty="0" smtClean="0"/>
                      </a:br>
                      <a:r>
                        <a:rPr lang="en-US" sz="1800" dirty="0" smtClean="0"/>
                        <a:t>3 1 2</a:t>
                      </a:r>
                      <a:br>
                        <a:rPr lang="en-US" sz="1800" dirty="0" smtClean="0"/>
                      </a:br>
                      <a:r>
                        <a:rPr lang="en-US" sz="1800" dirty="0" smtClean="0"/>
                        <a:t>3 2 1</a:t>
                      </a:r>
                      <a:endParaRPr lang="en-US" sz="1800" dirty="0"/>
                    </a:p>
                  </a:txBody>
                  <a:tcPr marL="91458" marR="91458"/>
                </a:tc>
                <a:tc>
                  <a:txBody>
                    <a:bodyPr/>
                    <a:lstStyle/>
                    <a:p>
                      <a:pPr algn="ctr"/>
                      <a:endParaRPr lang="en-US" sz="1800" dirty="0" smtClean="0"/>
                    </a:p>
                    <a:p>
                      <a:pPr algn="ctr"/>
                      <a:endParaRPr lang="en-US" sz="1800" dirty="0" smtClean="0"/>
                    </a:p>
                    <a:p>
                      <a:pPr algn="ctr"/>
                      <a:r>
                        <a:rPr lang="en-US" sz="1800" dirty="0" smtClean="0"/>
                        <a:t>1 2 3</a:t>
                      </a:r>
                      <a:endParaRPr lang="en-US" sz="1800" dirty="0"/>
                    </a:p>
                  </a:txBody>
                  <a:tcPr marL="91458" marR="91458"/>
                </a:tc>
              </a:tr>
            </a:tbl>
          </a:graphicData>
        </a:graphic>
      </p:graphicFrame>
    </p:spTree>
    <p:extLst>
      <p:ext uri="{BB962C8B-B14F-4D97-AF65-F5344CB8AC3E}">
        <p14:creationId xmlns:p14="http://schemas.microsoft.com/office/powerpoint/2010/main" val="3101911177"/>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Content Placeholder 2"/>
          <p:cNvSpPr>
            <a:spLocks noGrp="1"/>
          </p:cNvSpPr>
          <p:nvPr>
            <p:ph idx="1"/>
          </p:nvPr>
        </p:nvSpPr>
        <p:spPr>
          <a:xfrm>
            <a:off x="468313" y="1484313"/>
            <a:ext cx="8229600" cy="4448175"/>
          </a:xfrm>
        </p:spPr>
        <p:txBody>
          <a:bodyPr/>
          <a:lstStyle/>
          <a:p>
            <a:r>
              <a:rPr lang="en-US" altLang="en-US" smtClean="0"/>
              <a:t>In fact there is an easy way to work out how many ways "1 2 3" could be placed in order, and we have already talked about it. </a:t>
            </a:r>
          </a:p>
          <a:p>
            <a:pPr>
              <a:buFont typeface="Arial" pitchFamily="34" charset="0"/>
              <a:buNone/>
            </a:pPr>
            <a:endParaRPr lang="en-US" altLang="en-US" smtClean="0"/>
          </a:p>
          <a:p>
            <a:r>
              <a:rPr lang="en-US" altLang="en-US" smtClean="0"/>
              <a:t>The answer is:</a:t>
            </a:r>
          </a:p>
          <a:p>
            <a:pPr algn="ctr">
              <a:buFont typeface="Arial" pitchFamily="34" charset="0"/>
              <a:buNone/>
            </a:pPr>
            <a:r>
              <a:rPr lang="en-US" altLang="en-US" b="1" smtClean="0"/>
              <a:t>3!</a:t>
            </a:r>
            <a:r>
              <a:rPr lang="en-US" altLang="en-US" smtClean="0"/>
              <a:t> </a:t>
            </a:r>
            <a:r>
              <a:rPr lang="en-US" altLang="en-US" b="1" smtClean="0"/>
              <a:t>= 3 × 2 × 1 = 6</a:t>
            </a:r>
            <a:endParaRPr lang="en-US" altLang="en-US" smtClean="0"/>
          </a:p>
          <a:p>
            <a:endParaRPr lang="en-US" altLang="en-US" smtClean="0"/>
          </a:p>
        </p:txBody>
      </p:sp>
      <p:sp>
        <p:nvSpPr>
          <p:cNvPr id="107523" name="Slide Number Placeholder 3"/>
          <p:cNvSpPr>
            <a:spLocks noGrp="1"/>
          </p:cNvSpPr>
          <p:nvPr>
            <p:ph type="sldNum" sz="quarter" idx="12"/>
          </p:nvPr>
        </p:nvSpPr>
        <p:spPr bwMode="auto">
          <a:xfrm>
            <a:off x="3124200" y="6356350"/>
            <a:ext cx="2895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Arial" pitchFamily="34" charset="0"/>
              <a:buChar char="•"/>
              <a:defRPr sz="3200">
                <a:solidFill>
                  <a:schemeClr val="tx1"/>
                </a:solidFill>
                <a:latin typeface="Calibri" pitchFamily="34" charset="0"/>
                <a:ea typeface="ＭＳ Ｐゴシック" pitchFamily="34" charset="-128"/>
              </a:defRPr>
            </a:lvl1pPr>
            <a:lvl2pPr marL="742950" indent="-285750" eaLnBrk="0" hangingPunct="0">
              <a:spcBef>
                <a:spcPct val="20000"/>
              </a:spcBef>
              <a:buFont typeface="Arial" pitchFamily="34" charset="0"/>
              <a:buChar char="–"/>
              <a:defRPr sz="2800">
                <a:solidFill>
                  <a:schemeClr val="tx1"/>
                </a:solidFill>
                <a:latin typeface="Calibri" pitchFamily="34" charset="0"/>
                <a:ea typeface="ＭＳ Ｐゴシック" pitchFamily="34" charset="-128"/>
              </a:defRPr>
            </a:lvl2pPr>
            <a:lvl3pPr marL="1143000" indent="-228600" eaLnBrk="0" hangingPunct="0">
              <a:spcBef>
                <a:spcPct val="20000"/>
              </a:spcBef>
              <a:buFont typeface="Arial" pitchFamily="34" charset="0"/>
              <a:buChar char="•"/>
              <a:defRPr sz="2400">
                <a:solidFill>
                  <a:schemeClr val="tx1"/>
                </a:solidFill>
                <a:latin typeface="Calibri" pitchFamily="34" charset="0"/>
                <a:ea typeface="ＭＳ Ｐゴシック" pitchFamily="34" charset="-128"/>
              </a:defRPr>
            </a:lvl3pPr>
            <a:lvl4pPr marL="16002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4pPr>
            <a:lvl5pPr marL="20574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5pPr>
            <a:lvl6pPr marL="25146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6pPr>
            <a:lvl7pPr marL="29718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7pPr>
            <a:lvl8pPr marL="34290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8pPr>
            <a:lvl9pPr marL="38862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9pPr>
          </a:lstStyle>
          <a:p>
            <a:pPr algn="ctr" eaLnBrk="1" hangingPunct="1">
              <a:spcBef>
                <a:spcPct val="0"/>
              </a:spcBef>
              <a:buFontTx/>
              <a:buNone/>
            </a:pPr>
            <a:fld id="{2CFC507A-82B3-477F-A36E-DA1DDD040B09}" type="slidenum">
              <a:rPr lang="en-US" altLang="en-US" sz="1200" smtClean="0">
                <a:solidFill>
                  <a:srgbClr val="898989"/>
                </a:solidFill>
              </a:rPr>
              <a:pPr algn="ctr" eaLnBrk="1" hangingPunct="1">
                <a:spcBef>
                  <a:spcPct val="0"/>
                </a:spcBef>
                <a:buFontTx/>
                <a:buNone/>
              </a:pPr>
              <a:t>58</a:t>
            </a:fld>
            <a:endParaRPr lang="en-US" altLang="en-US" sz="1200" smtClean="0">
              <a:solidFill>
                <a:srgbClr val="898989"/>
              </a:solidFill>
            </a:endParaRPr>
          </a:p>
        </p:txBody>
      </p:sp>
    </p:spTree>
    <p:extLst>
      <p:ext uri="{BB962C8B-B14F-4D97-AF65-F5344CB8AC3E}">
        <p14:creationId xmlns:p14="http://schemas.microsoft.com/office/powerpoint/2010/main" val="445783612"/>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Content Placeholder 2"/>
          <p:cNvSpPr>
            <a:spLocks noGrp="1"/>
          </p:cNvSpPr>
          <p:nvPr>
            <p:ph idx="1"/>
          </p:nvPr>
        </p:nvSpPr>
        <p:spPr>
          <a:xfrm>
            <a:off x="468313" y="1341438"/>
            <a:ext cx="8229600" cy="4525962"/>
          </a:xfrm>
        </p:spPr>
        <p:txBody>
          <a:bodyPr/>
          <a:lstStyle/>
          <a:p>
            <a:r>
              <a:rPr lang="en-US" altLang="en-US" smtClean="0"/>
              <a:t>So, all we need to do is adjust our permutations formula to </a:t>
            </a:r>
            <a:r>
              <a:rPr lang="en-US" altLang="en-US" b="1" smtClean="0"/>
              <a:t>reduce it</a:t>
            </a:r>
            <a:r>
              <a:rPr lang="en-US" altLang="en-US" smtClean="0"/>
              <a:t> by how many ways the objects could be in order (because we aren't interested in the order any more):</a:t>
            </a:r>
          </a:p>
        </p:txBody>
      </p:sp>
      <p:sp>
        <p:nvSpPr>
          <p:cNvPr id="108547" name="Slide Number Placeholder 3"/>
          <p:cNvSpPr>
            <a:spLocks noGrp="1"/>
          </p:cNvSpPr>
          <p:nvPr>
            <p:ph type="sldNum" sz="quarter" idx="12"/>
          </p:nvPr>
        </p:nvSpPr>
        <p:spPr bwMode="auto">
          <a:xfrm>
            <a:off x="3124200" y="6356350"/>
            <a:ext cx="2895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Arial" pitchFamily="34" charset="0"/>
              <a:buChar char="•"/>
              <a:defRPr sz="3200">
                <a:solidFill>
                  <a:schemeClr val="tx1"/>
                </a:solidFill>
                <a:latin typeface="Calibri" pitchFamily="34" charset="0"/>
                <a:ea typeface="ＭＳ Ｐゴシック" pitchFamily="34" charset="-128"/>
              </a:defRPr>
            </a:lvl1pPr>
            <a:lvl2pPr marL="742950" indent="-285750" eaLnBrk="0" hangingPunct="0">
              <a:spcBef>
                <a:spcPct val="20000"/>
              </a:spcBef>
              <a:buFont typeface="Arial" pitchFamily="34" charset="0"/>
              <a:buChar char="–"/>
              <a:defRPr sz="2800">
                <a:solidFill>
                  <a:schemeClr val="tx1"/>
                </a:solidFill>
                <a:latin typeface="Calibri" pitchFamily="34" charset="0"/>
                <a:ea typeface="ＭＳ Ｐゴシック" pitchFamily="34" charset="-128"/>
              </a:defRPr>
            </a:lvl2pPr>
            <a:lvl3pPr marL="1143000" indent="-228600" eaLnBrk="0" hangingPunct="0">
              <a:spcBef>
                <a:spcPct val="20000"/>
              </a:spcBef>
              <a:buFont typeface="Arial" pitchFamily="34" charset="0"/>
              <a:buChar char="•"/>
              <a:defRPr sz="2400">
                <a:solidFill>
                  <a:schemeClr val="tx1"/>
                </a:solidFill>
                <a:latin typeface="Calibri" pitchFamily="34" charset="0"/>
                <a:ea typeface="ＭＳ Ｐゴシック" pitchFamily="34" charset="-128"/>
              </a:defRPr>
            </a:lvl3pPr>
            <a:lvl4pPr marL="16002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4pPr>
            <a:lvl5pPr marL="20574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5pPr>
            <a:lvl6pPr marL="25146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6pPr>
            <a:lvl7pPr marL="29718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7pPr>
            <a:lvl8pPr marL="34290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8pPr>
            <a:lvl9pPr marL="38862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9pPr>
          </a:lstStyle>
          <a:p>
            <a:pPr algn="ctr" eaLnBrk="1" hangingPunct="1">
              <a:spcBef>
                <a:spcPct val="0"/>
              </a:spcBef>
              <a:buFontTx/>
              <a:buNone/>
            </a:pPr>
            <a:fld id="{77C195EA-98BA-48B9-90AD-6953161AAD8A}" type="slidenum">
              <a:rPr lang="en-US" altLang="en-US" sz="1200" smtClean="0">
                <a:solidFill>
                  <a:srgbClr val="898989"/>
                </a:solidFill>
              </a:rPr>
              <a:pPr algn="ctr" eaLnBrk="1" hangingPunct="1">
                <a:spcBef>
                  <a:spcPct val="0"/>
                </a:spcBef>
                <a:buFontTx/>
                <a:buNone/>
              </a:pPr>
              <a:t>59</a:t>
            </a:fld>
            <a:endParaRPr lang="en-US" altLang="en-US" sz="1200" smtClean="0">
              <a:solidFill>
                <a:srgbClr val="898989"/>
              </a:solidFill>
            </a:endParaRPr>
          </a:p>
        </p:txBody>
      </p:sp>
      <p:graphicFrame>
        <p:nvGraphicFramePr>
          <p:cNvPr id="108548" name="Object 5"/>
          <p:cNvGraphicFramePr>
            <a:graphicFrameLocks noChangeAspect="1"/>
          </p:cNvGraphicFramePr>
          <p:nvPr/>
        </p:nvGraphicFramePr>
        <p:xfrm>
          <a:off x="2071688" y="4643438"/>
          <a:ext cx="4403725" cy="1285875"/>
        </p:xfrm>
        <a:graphic>
          <a:graphicData uri="http://schemas.openxmlformats.org/presentationml/2006/ole">
            <mc:AlternateContent xmlns:mc="http://schemas.openxmlformats.org/markup-compatibility/2006">
              <mc:Choice xmlns:v="urn:schemas-microsoft-com:vml" Requires="v">
                <p:oleObj spid="_x0000_s7175" name="Equation" r:id="rId3" imgW="1434710" imgH="418893" progId="Equation.3">
                  <p:embed/>
                </p:oleObj>
              </mc:Choice>
              <mc:Fallback>
                <p:oleObj name="Equation" r:id="rId3" imgW="1434710" imgH="418893"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71688" y="4643438"/>
                        <a:ext cx="4403725" cy="1285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402369502"/>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Content Placeholder 2"/>
          <p:cNvSpPr>
            <a:spLocks noGrp="1"/>
          </p:cNvSpPr>
          <p:nvPr>
            <p:ph idx="1"/>
          </p:nvPr>
        </p:nvSpPr>
        <p:spPr>
          <a:xfrm>
            <a:off x="395288" y="1341438"/>
            <a:ext cx="8229600" cy="4525962"/>
          </a:xfrm>
        </p:spPr>
        <p:txBody>
          <a:bodyPr/>
          <a:lstStyle/>
          <a:p>
            <a:r>
              <a:rPr lang="en-US" altLang="en-US" smtClean="0"/>
              <a:t>So, our pool ball example (now without order) is:</a:t>
            </a:r>
          </a:p>
          <a:p>
            <a:endParaRPr lang="en-US" altLang="en-US" smtClean="0"/>
          </a:p>
          <a:p>
            <a:endParaRPr lang="en-US" altLang="en-US" smtClean="0"/>
          </a:p>
          <a:p>
            <a:r>
              <a:rPr lang="en-US" altLang="en-US" smtClean="0"/>
              <a:t>Or you could do it this way:</a:t>
            </a:r>
          </a:p>
          <a:p>
            <a:pPr>
              <a:buFont typeface="Arial" pitchFamily="34" charset="0"/>
              <a:buNone/>
            </a:pPr>
            <a:endParaRPr lang="en-US" altLang="en-US" smtClean="0"/>
          </a:p>
        </p:txBody>
      </p:sp>
      <p:sp>
        <p:nvSpPr>
          <p:cNvPr id="109571" name="Slide Number Placeholder 3"/>
          <p:cNvSpPr>
            <a:spLocks noGrp="1"/>
          </p:cNvSpPr>
          <p:nvPr>
            <p:ph type="sldNum" sz="quarter" idx="12"/>
          </p:nvPr>
        </p:nvSpPr>
        <p:spPr bwMode="auto">
          <a:xfrm>
            <a:off x="3124200" y="6356350"/>
            <a:ext cx="2895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Arial" pitchFamily="34" charset="0"/>
              <a:buChar char="•"/>
              <a:defRPr sz="3200">
                <a:solidFill>
                  <a:schemeClr val="tx1"/>
                </a:solidFill>
                <a:latin typeface="Calibri" pitchFamily="34" charset="0"/>
                <a:ea typeface="ＭＳ Ｐゴシック" pitchFamily="34" charset="-128"/>
              </a:defRPr>
            </a:lvl1pPr>
            <a:lvl2pPr marL="742950" indent="-285750" eaLnBrk="0" hangingPunct="0">
              <a:spcBef>
                <a:spcPct val="20000"/>
              </a:spcBef>
              <a:buFont typeface="Arial" pitchFamily="34" charset="0"/>
              <a:buChar char="–"/>
              <a:defRPr sz="2800">
                <a:solidFill>
                  <a:schemeClr val="tx1"/>
                </a:solidFill>
                <a:latin typeface="Calibri" pitchFamily="34" charset="0"/>
                <a:ea typeface="ＭＳ Ｐゴシック" pitchFamily="34" charset="-128"/>
              </a:defRPr>
            </a:lvl2pPr>
            <a:lvl3pPr marL="1143000" indent="-228600" eaLnBrk="0" hangingPunct="0">
              <a:spcBef>
                <a:spcPct val="20000"/>
              </a:spcBef>
              <a:buFont typeface="Arial" pitchFamily="34" charset="0"/>
              <a:buChar char="•"/>
              <a:defRPr sz="2400">
                <a:solidFill>
                  <a:schemeClr val="tx1"/>
                </a:solidFill>
                <a:latin typeface="Calibri" pitchFamily="34" charset="0"/>
                <a:ea typeface="ＭＳ Ｐゴシック" pitchFamily="34" charset="-128"/>
              </a:defRPr>
            </a:lvl3pPr>
            <a:lvl4pPr marL="16002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4pPr>
            <a:lvl5pPr marL="20574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5pPr>
            <a:lvl6pPr marL="25146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6pPr>
            <a:lvl7pPr marL="29718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7pPr>
            <a:lvl8pPr marL="34290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8pPr>
            <a:lvl9pPr marL="38862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9pPr>
          </a:lstStyle>
          <a:p>
            <a:pPr algn="ctr" eaLnBrk="1" hangingPunct="1">
              <a:spcBef>
                <a:spcPct val="0"/>
              </a:spcBef>
              <a:buFontTx/>
              <a:buNone/>
            </a:pPr>
            <a:fld id="{29C475B3-1B23-4647-BCE9-9144C8BCF32F}" type="slidenum">
              <a:rPr lang="en-US" altLang="en-US" sz="1200" smtClean="0">
                <a:solidFill>
                  <a:srgbClr val="898989"/>
                </a:solidFill>
              </a:rPr>
              <a:pPr algn="ctr" eaLnBrk="1" hangingPunct="1">
                <a:spcBef>
                  <a:spcPct val="0"/>
                </a:spcBef>
                <a:buFontTx/>
                <a:buNone/>
              </a:pPr>
              <a:t>60</a:t>
            </a:fld>
            <a:endParaRPr lang="en-US" altLang="en-US" sz="1200" smtClean="0">
              <a:solidFill>
                <a:srgbClr val="898989"/>
              </a:solidFill>
            </a:endParaRPr>
          </a:p>
        </p:txBody>
      </p:sp>
      <p:pic>
        <p:nvPicPr>
          <p:cNvPr id="10957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49825" y="5373688"/>
            <a:ext cx="4011613" cy="1069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109573" name="Object 5"/>
          <p:cNvGraphicFramePr>
            <a:graphicFrameLocks noChangeAspect="1"/>
          </p:cNvGraphicFramePr>
          <p:nvPr/>
        </p:nvGraphicFramePr>
        <p:xfrm>
          <a:off x="1331913" y="2133600"/>
          <a:ext cx="6967537" cy="995363"/>
        </p:xfrm>
        <a:graphic>
          <a:graphicData uri="http://schemas.openxmlformats.org/presentationml/2006/ole">
            <mc:AlternateContent xmlns:mc="http://schemas.openxmlformats.org/markup-compatibility/2006">
              <mc:Choice xmlns:v="urn:schemas-microsoft-com:vml" Requires="v">
                <p:oleObj spid="_x0000_s8204" name="Equation" r:id="rId4" imgW="2933356" imgH="418893" progId="Equation.3">
                  <p:embed/>
                </p:oleObj>
              </mc:Choice>
              <mc:Fallback>
                <p:oleObj name="Equation" r:id="rId4" imgW="2933356" imgH="418893"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31913" y="2133600"/>
                        <a:ext cx="6967537" cy="995363"/>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9574" name="Object 6"/>
          <p:cNvGraphicFramePr>
            <a:graphicFrameLocks noChangeAspect="1"/>
          </p:cNvGraphicFramePr>
          <p:nvPr/>
        </p:nvGraphicFramePr>
        <p:xfrm>
          <a:off x="900113" y="4365625"/>
          <a:ext cx="4857750" cy="1214438"/>
        </p:xfrm>
        <a:graphic>
          <a:graphicData uri="http://schemas.openxmlformats.org/presentationml/2006/ole">
            <mc:AlternateContent xmlns:mc="http://schemas.openxmlformats.org/markup-compatibility/2006">
              <mc:Choice xmlns:v="urn:schemas-microsoft-com:vml" Requires="v">
                <p:oleObj spid="_x0000_s8205" name="Equation" r:id="rId6" imgW="1574708" imgH="393539" progId="Equation.3">
                  <p:embed/>
                </p:oleObj>
              </mc:Choice>
              <mc:Fallback>
                <p:oleObj name="Equation" r:id="rId6" imgW="1574708" imgH="393539"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00113" y="4365625"/>
                        <a:ext cx="4857750" cy="1214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867430460"/>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Slide Number Placeholder 2"/>
          <p:cNvSpPr>
            <a:spLocks noGrp="1"/>
          </p:cNvSpPr>
          <p:nvPr>
            <p:ph type="sldNum" sz="quarter" idx="12"/>
          </p:nvPr>
        </p:nvSpPr>
        <p:spPr bwMode="auto">
          <a:xfrm>
            <a:off x="3124200" y="6519863"/>
            <a:ext cx="2895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Arial" pitchFamily="34" charset="0"/>
              <a:buChar char="•"/>
              <a:defRPr sz="3200">
                <a:solidFill>
                  <a:schemeClr val="tx1"/>
                </a:solidFill>
                <a:latin typeface="Calibri" pitchFamily="34" charset="0"/>
                <a:ea typeface="ＭＳ Ｐゴシック" pitchFamily="34" charset="-128"/>
              </a:defRPr>
            </a:lvl1pPr>
            <a:lvl2pPr marL="742950" indent="-285750" eaLnBrk="0" hangingPunct="0">
              <a:spcBef>
                <a:spcPct val="20000"/>
              </a:spcBef>
              <a:buFont typeface="Arial" pitchFamily="34" charset="0"/>
              <a:buChar char="–"/>
              <a:defRPr sz="2800">
                <a:solidFill>
                  <a:schemeClr val="tx1"/>
                </a:solidFill>
                <a:latin typeface="Calibri" pitchFamily="34" charset="0"/>
                <a:ea typeface="ＭＳ Ｐゴシック" pitchFamily="34" charset="-128"/>
              </a:defRPr>
            </a:lvl2pPr>
            <a:lvl3pPr marL="1143000" indent="-228600" eaLnBrk="0" hangingPunct="0">
              <a:spcBef>
                <a:spcPct val="20000"/>
              </a:spcBef>
              <a:buFont typeface="Arial" pitchFamily="34" charset="0"/>
              <a:buChar char="•"/>
              <a:defRPr sz="2400">
                <a:solidFill>
                  <a:schemeClr val="tx1"/>
                </a:solidFill>
                <a:latin typeface="Calibri" pitchFamily="34" charset="0"/>
                <a:ea typeface="ＭＳ Ｐゴシック" pitchFamily="34" charset="-128"/>
              </a:defRPr>
            </a:lvl3pPr>
            <a:lvl4pPr marL="16002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4pPr>
            <a:lvl5pPr marL="20574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5pPr>
            <a:lvl6pPr marL="25146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6pPr>
            <a:lvl7pPr marL="29718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7pPr>
            <a:lvl8pPr marL="34290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8pPr>
            <a:lvl9pPr marL="38862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9pPr>
          </a:lstStyle>
          <a:p>
            <a:pPr algn="ctr" eaLnBrk="1" hangingPunct="1">
              <a:spcBef>
                <a:spcPct val="0"/>
              </a:spcBef>
              <a:buFontTx/>
              <a:buNone/>
            </a:pPr>
            <a:fld id="{CBEEDB6A-E813-49AF-BAED-2F8FA3663175}" type="slidenum">
              <a:rPr lang="en-US" altLang="en-US" sz="1200" smtClean="0">
                <a:solidFill>
                  <a:srgbClr val="898989"/>
                </a:solidFill>
              </a:rPr>
              <a:pPr algn="ctr" eaLnBrk="1" hangingPunct="1">
                <a:spcBef>
                  <a:spcPct val="0"/>
                </a:spcBef>
                <a:buFontTx/>
                <a:buNone/>
              </a:pPr>
              <a:t>61</a:t>
            </a:fld>
            <a:endParaRPr lang="en-US" altLang="en-US" sz="1200" smtClean="0">
              <a:solidFill>
                <a:srgbClr val="898989"/>
              </a:solidFill>
            </a:endParaRPr>
          </a:p>
        </p:txBody>
      </p:sp>
      <p:pic>
        <p:nvPicPr>
          <p:cNvPr id="110595" name="Picture 1" descr="Screen Shot 2014-10-12 at 1.32.55 PM.pn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6200" y="1562100"/>
            <a:ext cx="8978900" cy="3733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p:cNvSpPr/>
          <p:nvPr/>
        </p:nvSpPr>
        <p:spPr>
          <a:xfrm>
            <a:off x="3826272" y="116632"/>
            <a:ext cx="2647004" cy="769441"/>
          </a:xfrm>
          <a:prstGeom prst="rect">
            <a:avLst/>
          </a:prstGeom>
          <a:noFill/>
        </p:spPr>
        <p:txBody>
          <a:bodyPr wrap="none">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fontAlgn="base">
              <a:spcBef>
                <a:spcPct val="0"/>
              </a:spcBef>
              <a:spcAft>
                <a:spcPct val="0"/>
              </a:spcAft>
              <a:defRPr/>
            </a:pPr>
            <a:r>
              <a:rPr lang="en-US" sz="4400" b="1" spc="50" dirty="0">
                <a:ln w="11430"/>
                <a:gradFill>
                  <a:gsLst>
                    <a:gs pos="25000">
                      <a:srgbClr val="C0504D">
                        <a:satMod val="155000"/>
                      </a:srgbClr>
                    </a:gs>
                    <a:gs pos="100000">
                      <a:srgbClr val="C0504D">
                        <a:shade val="45000"/>
                        <a:satMod val="165000"/>
                      </a:srgbClr>
                    </a:gs>
                  </a:gsLst>
                  <a:lin ang="5400000"/>
                </a:gradFill>
                <a:effectLst>
                  <a:outerShdw blurRad="76200" dist="50800" dir="5400000" algn="tl" rotWithShape="0">
                    <a:srgbClr val="000000">
                      <a:alpha val="65000"/>
                    </a:srgbClr>
                  </a:outerShdw>
                </a:effectLst>
                <a:ea typeface="ＭＳ Ｐゴシック" charset="0"/>
                <a:cs typeface="ＭＳ Ｐゴシック" charset="0"/>
              </a:rPr>
              <a:t>Example 2</a:t>
            </a:r>
          </a:p>
        </p:txBody>
      </p:sp>
    </p:spTree>
    <p:extLst>
      <p:ext uri="{BB962C8B-B14F-4D97-AF65-F5344CB8AC3E}">
        <p14:creationId xmlns:p14="http://schemas.microsoft.com/office/powerpoint/2010/main" val="536699774"/>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Slide Number Placeholder 2"/>
          <p:cNvSpPr>
            <a:spLocks noGrp="1"/>
          </p:cNvSpPr>
          <p:nvPr>
            <p:ph type="sldNum" sz="quarter" idx="12"/>
          </p:nvPr>
        </p:nvSpPr>
        <p:spPr bwMode="auto">
          <a:xfrm>
            <a:off x="3124200" y="6448425"/>
            <a:ext cx="2895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Arial" pitchFamily="34" charset="0"/>
              <a:buChar char="•"/>
              <a:defRPr sz="3200">
                <a:solidFill>
                  <a:schemeClr val="tx1"/>
                </a:solidFill>
                <a:latin typeface="Calibri" pitchFamily="34" charset="0"/>
                <a:ea typeface="ＭＳ Ｐゴシック" pitchFamily="34" charset="-128"/>
              </a:defRPr>
            </a:lvl1pPr>
            <a:lvl2pPr marL="742950" indent="-285750" eaLnBrk="0" hangingPunct="0">
              <a:spcBef>
                <a:spcPct val="20000"/>
              </a:spcBef>
              <a:buFont typeface="Arial" pitchFamily="34" charset="0"/>
              <a:buChar char="–"/>
              <a:defRPr sz="2800">
                <a:solidFill>
                  <a:schemeClr val="tx1"/>
                </a:solidFill>
                <a:latin typeface="Calibri" pitchFamily="34" charset="0"/>
                <a:ea typeface="ＭＳ Ｐゴシック" pitchFamily="34" charset="-128"/>
              </a:defRPr>
            </a:lvl2pPr>
            <a:lvl3pPr marL="1143000" indent="-228600" eaLnBrk="0" hangingPunct="0">
              <a:spcBef>
                <a:spcPct val="20000"/>
              </a:spcBef>
              <a:buFont typeface="Arial" pitchFamily="34" charset="0"/>
              <a:buChar char="•"/>
              <a:defRPr sz="2400">
                <a:solidFill>
                  <a:schemeClr val="tx1"/>
                </a:solidFill>
                <a:latin typeface="Calibri" pitchFamily="34" charset="0"/>
                <a:ea typeface="ＭＳ Ｐゴシック" pitchFamily="34" charset="-128"/>
              </a:defRPr>
            </a:lvl3pPr>
            <a:lvl4pPr marL="16002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4pPr>
            <a:lvl5pPr marL="20574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5pPr>
            <a:lvl6pPr marL="25146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6pPr>
            <a:lvl7pPr marL="29718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7pPr>
            <a:lvl8pPr marL="34290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8pPr>
            <a:lvl9pPr marL="38862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9pPr>
          </a:lstStyle>
          <a:p>
            <a:pPr algn="ctr" eaLnBrk="1" hangingPunct="1">
              <a:spcBef>
                <a:spcPct val="0"/>
              </a:spcBef>
              <a:buFontTx/>
              <a:buNone/>
            </a:pPr>
            <a:fld id="{9D48519B-EC95-446F-BD0E-DCB4C3E07E98}" type="slidenum">
              <a:rPr lang="en-US" altLang="en-US" sz="1200" smtClean="0">
                <a:solidFill>
                  <a:srgbClr val="898989"/>
                </a:solidFill>
              </a:rPr>
              <a:pPr algn="ctr" eaLnBrk="1" hangingPunct="1">
                <a:spcBef>
                  <a:spcPct val="0"/>
                </a:spcBef>
                <a:buFontTx/>
                <a:buNone/>
              </a:pPr>
              <a:t>62</a:t>
            </a:fld>
            <a:endParaRPr lang="en-US" altLang="en-US" sz="1200" smtClean="0">
              <a:solidFill>
                <a:srgbClr val="898989"/>
              </a:solidFill>
            </a:endParaRPr>
          </a:p>
        </p:txBody>
      </p:sp>
      <p:sp>
        <p:nvSpPr>
          <p:cNvPr id="4" name="Rectangle 3"/>
          <p:cNvSpPr/>
          <p:nvPr/>
        </p:nvSpPr>
        <p:spPr>
          <a:xfrm>
            <a:off x="3826272" y="116632"/>
            <a:ext cx="2647004" cy="769441"/>
          </a:xfrm>
          <a:prstGeom prst="rect">
            <a:avLst/>
          </a:prstGeom>
          <a:noFill/>
        </p:spPr>
        <p:txBody>
          <a:bodyPr wrap="none">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fontAlgn="base">
              <a:spcBef>
                <a:spcPct val="0"/>
              </a:spcBef>
              <a:spcAft>
                <a:spcPct val="0"/>
              </a:spcAft>
              <a:defRPr/>
            </a:pPr>
            <a:r>
              <a:rPr lang="en-US" sz="4400" b="1" spc="50" dirty="0">
                <a:ln w="11430"/>
                <a:gradFill>
                  <a:gsLst>
                    <a:gs pos="25000">
                      <a:srgbClr val="C0504D">
                        <a:satMod val="155000"/>
                      </a:srgbClr>
                    </a:gs>
                    <a:gs pos="100000">
                      <a:srgbClr val="C0504D">
                        <a:shade val="45000"/>
                        <a:satMod val="165000"/>
                      </a:srgbClr>
                    </a:gs>
                  </a:gsLst>
                  <a:lin ang="5400000"/>
                </a:gradFill>
                <a:effectLst>
                  <a:outerShdw blurRad="76200" dist="50800" dir="5400000" algn="tl" rotWithShape="0">
                    <a:srgbClr val="000000">
                      <a:alpha val="65000"/>
                    </a:srgbClr>
                  </a:outerShdw>
                </a:effectLst>
                <a:ea typeface="ＭＳ Ｐゴシック" charset="0"/>
                <a:cs typeface="ＭＳ Ｐゴシック" charset="0"/>
              </a:rPr>
              <a:t>Example 3</a:t>
            </a:r>
          </a:p>
        </p:txBody>
      </p:sp>
      <p:pic>
        <p:nvPicPr>
          <p:cNvPr id="111620" name="Picture 1" descr="Screen Shot 2014-10-12 at 1.34.01 PM.pn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84213" y="1412875"/>
            <a:ext cx="7883525" cy="4432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04175921"/>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Slide Number Placeholder 2"/>
          <p:cNvSpPr>
            <a:spLocks noGrp="1"/>
          </p:cNvSpPr>
          <p:nvPr>
            <p:ph type="sldNum" sz="quarter" idx="12"/>
          </p:nvPr>
        </p:nvSpPr>
        <p:spPr bwMode="auto">
          <a:xfrm>
            <a:off x="3124200" y="6519863"/>
            <a:ext cx="2895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Arial" pitchFamily="34" charset="0"/>
              <a:buChar char="•"/>
              <a:defRPr sz="3200">
                <a:solidFill>
                  <a:schemeClr val="tx1"/>
                </a:solidFill>
                <a:latin typeface="Calibri" pitchFamily="34" charset="0"/>
                <a:ea typeface="ＭＳ Ｐゴシック" pitchFamily="34" charset="-128"/>
              </a:defRPr>
            </a:lvl1pPr>
            <a:lvl2pPr marL="742950" indent="-285750" eaLnBrk="0" hangingPunct="0">
              <a:spcBef>
                <a:spcPct val="20000"/>
              </a:spcBef>
              <a:buFont typeface="Arial" pitchFamily="34" charset="0"/>
              <a:buChar char="–"/>
              <a:defRPr sz="2800">
                <a:solidFill>
                  <a:schemeClr val="tx1"/>
                </a:solidFill>
                <a:latin typeface="Calibri" pitchFamily="34" charset="0"/>
                <a:ea typeface="ＭＳ Ｐゴシック" pitchFamily="34" charset="-128"/>
              </a:defRPr>
            </a:lvl2pPr>
            <a:lvl3pPr marL="1143000" indent="-228600" eaLnBrk="0" hangingPunct="0">
              <a:spcBef>
                <a:spcPct val="20000"/>
              </a:spcBef>
              <a:buFont typeface="Arial" pitchFamily="34" charset="0"/>
              <a:buChar char="•"/>
              <a:defRPr sz="2400">
                <a:solidFill>
                  <a:schemeClr val="tx1"/>
                </a:solidFill>
                <a:latin typeface="Calibri" pitchFamily="34" charset="0"/>
                <a:ea typeface="ＭＳ Ｐゴシック" pitchFamily="34" charset="-128"/>
              </a:defRPr>
            </a:lvl3pPr>
            <a:lvl4pPr marL="16002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4pPr>
            <a:lvl5pPr marL="20574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5pPr>
            <a:lvl6pPr marL="25146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6pPr>
            <a:lvl7pPr marL="29718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7pPr>
            <a:lvl8pPr marL="34290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8pPr>
            <a:lvl9pPr marL="38862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9pPr>
          </a:lstStyle>
          <a:p>
            <a:pPr algn="ctr" eaLnBrk="1" hangingPunct="1">
              <a:spcBef>
                <a:spcPct val="0"/>
              </a:spcBef>
              <a:buFontTx/>
              <a:buNone/>
            </a:pPr>
            <a:fld id="{F4385360-2871-46E7-AE7F-785F4F97AB64}" type="slidenum">
              <a:rPr lang="en-US" altLang="en-US" sz="1200" smtClean="0">
                <a:solidFill>
                  <a:srgbClr val="898989"/>
                </a:solidFill>
              </a:rPr>
              <a:pPr algn="ctr" eaLnBrk="1" hangingPunct="1">
                <a:spcBef>
                  <a:spcPct val="0"/>
                </a:spcBef>
                <a:buFontTx/>
                <a:buNone/>
              </a:pPr>
              <a:t>63</a:t>
            </a:fld>
            <a:endParaRPr lang="en-US" altLang="en-US" sz="1200" smtClean="0">
              <a:solidFill>
                <a:srgbClr val="898989"/>
              </a:solidFill>
            </a:endParaRPr>
          </a:p>
        </p:txBody>
      </p:sp>
      <p:sp>
        <p:nvSpPr>
          <p:cNvPr id="4" name="Rectangle 3"/>
          <p:cNvSpPr/>
          <p:nvPr/>
        </p:nvSpPr>
        <p:spPr>
          <a:xfrm>
            <a:off x="3826272" y="116632"/>
            <a:ext cx="2647004" cy="769441"/>
          </a:xfrm>
          <a:prstGeom prst="rect">
            <a:avLst/>
          </a:prstGeom>
          <a:noFill/>
        </p:spPr>
        <p:txBody>
          <a:bodyPr wrap="none">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fontAlgn="base">
              <a:spcBef>
                <a:spcPct val="0"/>
              </a:spcBef>
              <a:spcAft>
                <a:spcPct val="0"/>
              </a:spcAft>
              <a:defRPr/>
            </a:pPr>
            <a:r>
              <a:rPr lang="en-US" sz="4400" b="1" spc="50" dirty="0">
                <a:ln w="11430"/>
                <a:gradFill>
                  <a:gsLst>
                    <a:gs pos="25000">
                      <a:srgbClr val="C0504D">
                        <a:satMod val="155000"/>
                      </a:srgbClr>
                    </a:gs>
                    <a:gs pos="100000">
                      <a:srgbClr val="C0504D">
                        <a:shade val="45000"/>
                        <a:satMod val="165000"/>
                      </a:srgbClr>
                    </a:gs>
                  </a:gsLst>
                  <a:lin ang="5400000"/>
                </a:gradFill>
                <a:effectLst>
                  <a:outerShdw blurRad="76200" dist="50800" dir="5400000" algn="tl" rotWithShape="0">
                    <a:srgbClr val="000000">
                      <a:alpha val="65000"/>
                    </a:srgbClr>
                  </a:outerShdw>
                </a:effectLst>
                <a:ea typeface="ＭＳ Ｐゴシック" charset="0"/>
                <a:cs typeface="ＭＳ Ｐゴシック" charset="0"/>
              </a:rPr>
              <a:t>Example 4</a:t>
            </a:r>
          </a:p>
        </p:txBody>
      </p:sp>
      <p:pic>
        <p:nvPicPr>
          <p:cNvPr id="112644" name="Picture 1" descr="Screen Shot 2014-10-12 at 1.35.07 PM.pn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30200" y="1778000"/>
            <a:ext cx="8470900" cy="3289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188196135"/>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Slide Number Placeholder 2"/>
          <p:cNvSpPr>
            <a:spLocks noGrp="1"/>
          </p:cNvSpPr>
          <p:nvPr>
            <p:ph type="sldNum" sz="quarter" idx="12"/>
          </p:nvPr>
        </p:nvSpPr>
        <p:spPr bwMode="auto">
          <a:xfrm>
            <a:off x="3124200" y="6519863"/>
            <a:ext cx="2895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Arial" pitchFamily="34" charset="0"/>
              <a:buChar char="•"/>
              <a:defRPr sz="3200">
                <a:solidFill>
                  <a:schemeClr val="tx1"/>
                </a:solidFill>
                <a:latin typeface="Calibri" pitchFamily="34" charset="0"/>
                <a:ea typeface="ＭＳ Ｐゴシック" pitchFamily="34" charset="-128"/>
              </a:defRPr>
            </a:lvl1pPr>
            <a:lvl2pPr marL="742950" indent="-285750" eaLnBrk="0" hangingPunct="0">
              <a:spcBef>
                <a:spcPct val="20000"/>
              </a:spcBef>
              <a:buFont typeface="Arial" pitchFamily="34" charset="0"/>
              <a:buChar char="–"/>
              <a:defRPr sz="2800">
                <a:solidFill>
                  <a:schemeClr val="tx1"/>
                </a:solidFill>
                <a:latin typeface="Calibri" pitchFamily="34" charset="0"/>
                <a:ea typeface="ＭＳ Ｐゴシック" pitchFamily="34" charset="-128"/>
              </a:defRPr>
            </a:lvl2pPr>
            <a:lvl3pPr marL="1143000" indent="-228600" eaLnBrk="0" hangingPunct="0">
              <a:spcBef>
                <a:spcPct val="20000"/>
              </a:spcBef>
              <a:buFont typeface="Arial" pitchFamily="34" charset="0"/>
              <a:buChar char="•"/>
              <a:defRPr sz="2400">
                <a:solidFill>
                  <a:schemeClr val="tx1"/>
                </a:solidFill>
                <a:latin typeface="Calibri" pitchFamily="34" charset="0"/>
                <a:ea typeface="ＭＳ Ｐゴシック" pitchFamily="34" charset="-128"/>
              </a:defRPr>
            </a:lvl3pPr>
            <a:lvl4pPr marL="16002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4pPr>
            <a:lvl5pPr marL="20574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5pPr>
            <a:lvl6pPr marL="25146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6pPr>
            <a:lvl7pPr marL="29718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7pPr>
            <a:lvl8pPr marL="34290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8pPr>
            <a:lvl9pPr marL="38862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9pPr>
          </a:lstStyle>
          <a:p>
            <a:pPr algn="ctr" eaLnBrk="1" hangingPunct="1">
              <a:spcBef>
                <a:spcPct val="0"/>
              </a:spcBef>
              <a:buFontTx/>
              <a:buNone/>
            </a:pPr>
            <a:fld id="{DE813AFA-390B-4384-AA29-C143ABDB3F1B}" type="slidenum">
              <a:rPr lang="en-US" altLang="en-US" sz="1200" smtClean="0">
                <a:solidFill>
                  <a:srgbClr val="898989"/>
                </a:solidFill>
              </a:rPr>
              <a:pPr algn="ctr" eaLnBrk="1" hangingPunct="1">
                <a:spcBef>
                  <a:spcPct val="0"/>
                </a:spcBef>
                <a:buFontTx/>
                <a:buNone/>
              </a:pPr>
              <a:t>64</a:t>
            </a:fld>
            <a:endParaRPr lang="en-US" altLang="en-US" sz="1200" smtClean="0">
              <a:solidFill>
                <a:srgbClr val="898989"/>
              </a:solidFill>
            </a:endParaRPr>
          </a:p>
        </p:txBody>
      </p:sp>
      <p:sp>
        <p:nvSpPr>
          <p:cNvPr id="4" name="Rectangle 3"/>
          <p:cNvSpPr/>
          <p:nvPr/>
        </p:nvSpPr>
        <p:spPr>
          <a:xfrm>
            <a:off x="3826272" y="116632"/>
            <a:ext cx="2647004" cy="769441"/>
          </a:xfrm>
          <a:prstGeom prst="rect">
            <a:avLst/>
          </a:prstGeom>
          <a:noFill/>
        </p:spPr>
        <p:txBody>
          <a:bodyPr wrap="none">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fontAlgn="base">
              <a:spcBef>
                <a:spcPct val="0"/>
              </a:spcBef>
              <a:spcAft>
                <a:spcPct val="0"/>
              </a:spcAft>
              <a:defRPr/>
            </a:pPr>
            <a:r>
              <a:rPr lang="en-US" sz="4400" b="1" spc="50" dirty="0">
                <a:ln w="11430"/>
                <a:gradFill>
                  <a:gsLst>
                    <a:gs pos="25000">
                      <a:srgbClr val="C0504D">
                        <a:satMod val="155000"/>
                      </a:srgbClr>
                    </a:gs>
                    <a:gs pos="100000">
                      <a:srgbClr val="C0504D">
                        <a:shade val="45000"/>
                        <a:satMod val="165000"/>
                      </a:srgbClr>
                    </a:gs>
                  </a:gsLst>
                  <a:lin ang="5400000"/>
                </a:gradFill>
                <a:effectLst>
                  <a:outerShdw blurRad="76200" dist="50800" dir="5400000" algn="tl" rotWithShape="0">
                    <a:srgbClr val="000000">
                      <a:alpha val="65000"/>
                    </a:srgbClr>
                  </a:outerShdw>
                </a:effectLst>
                <a:ea typeface="ＭＳ Ｐゴシック" charset="0"/>
                <a:cs typeface="ＭＳ Ｐゴシック" charset="0"/>
              </a:rPr>
              <a:t>Example 5</a:t>
            </a:r>
          </a:p>
        </p:txBody>
      </p:sp>
      <p:pic>
        <p:nvPicPr>
          <p:cNvPr id="113668" name="Picture 1" descr="Screen Shot 2014-10-12 at 1.36.10 PM.pn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61963" y="1300163"/>
            <a:ext cx="8142287" cy="4719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31030514"/>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Slide Number Placeholder 2"/>
          <p:cNvSpPr>
            <a:spLocks noGrp="1"/>
          </p:cNvSpPr>
          <p:nvPr>
            <p:ph type="sldNum" sz="quarter" idx="12"/>
          </p:nvPr>
        </p:nvSpPr>
        <p:spPr bwMode="auto">
          <a:xfrm>
            <a:off x="3124200" y="6519863"/>
            <a:ext cx="2895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Arial" pitchFamily="34" charset="0"/>
              <a:buChar char="•"/>
              <a:defRPr sz="3200">
                <a:solidFill>
                  <a:schemeClr val="tx1"/>
                </a:solidFill>
                <a:latin typeface="Calibri" pitchFamily="34" charset="0"/>
                <a:ea typeface="ＭＳ Ｐゴシック" pitchFamily="34" charset="-128"/>
              </a:defRPr>
            </a:lvl1pPr>
            <a:lvl2pPr marL="742950" indent="-285750" eaLnBrk="0" hangingPunct="0">
              <a:spcBef>
                <a:spcPct val="20000"/>
              </a:spcBef>
              <a:buFont typeface="Arial" pitchFamily="34" charset="0"/>
              <a:buChar char="–"/>
              <a:defRPr sz="2800">
                <a:solidFill>
                  <a:schemeClr val="tx1"/>
                </a:solidFill>
                <a:latin typeface="Calibri" pitchFamily="34" charset="0"/>
                <a:ea typeface="ＭＳ Ｐゴシック" pitchFamily="34" charset="-128"/>
              </a:defRPr>
            </a:lvl2pPr>
            <a:lvl3pPr marL="1143000" indent="-228600" eaLnBrk="0" hangingPunct="0">
              <a:spcBef>
                <a:spcPct val="20000"/>
              </a:spcBef>
              <a:buFont typeface="Arial" pitchFamily="34" charset="0"/>
              <a:buChar char="•"/>
              <a:defRPr sz="2400">
                <a:solidFill>
                  <a:schemeClr val="tx1"/>
                </a:solidFill>
                <a:latin typeface="Calibri" pitchFamily="34" charset="0"/>
                <a:ea typeface="ＭＳ Ｐゴシック" pitchFamily="34" charset="-128"/>
              </a:defRPr>
            </a:lvl3pPr>
            <a:lvl4pPr marL="16002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4pPr>
            <a:lvl5pPr marL="20574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5pPr>
            <a:lvl6pPr marL="25146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6pPr>
            <a:lvl7pPr marL="29718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7pPr>
            <a:lvl8pPr marL="34290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8pPr>
            <a:lvl9pPr marL="38862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9pPr>
          </a:lstStyle>
          <a:p>
            <a:pPr algn="ctr" eaLnBrk="1" hangingPunct="1">
              <a:spcBef>
                <a:spcPct val="0"/>
              </a:spcBef>
              <a:buFontTx/>
              <a:buNone/>
            </a:pPr>
            <a:fld id="{AEBFC4D4-C309-405F-B531-1ACC1023A3A3}" type="slidenum">
              <a:rPr lang="en-US" altLang="en-US" sz="1200" smtClean="0">
                <a:solidFill>
                  <a:srgbClr val="898989"/>
                </a:solidFill>
              </a:rPr>
              <a:pPr algn="ctr" eaLnBrk="1" hangingPunct="1">
                <a:spcBef>
                  <a:spcPct val="0"/>
                </a:spcBef>
                <a:buFontTx/>
                <a:buNone/>
              </a:pPr>
              <a:t>65</a:t>
            </a:fld>
            <a:endParaRPr lang="en-US" altLang="en-US" sz="1200" smtClean="0">
              <a:solidFill>
                <a:srgbClr val="898989"/>
              </a:solidFill>
            </a:endParaRPr>
          </a:p>
        </p:txBody>
      </p:sp>
      <p:pic>
        <p:nvPicPr>
          <p:cNvPr id="114691" name="Picture 1" descr="Screen Shot 2014-10-12 at 1.36.57 PM.pn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50825" y="1557338"/>
            <a:ext cx="8712200"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p:cNvSpPr/>
          <p:nvPr/>
        </p:nvSpPr>
        <p:spPr>
          <a:xfrm>
            <a:off x="2606327" y="116632"/>
            <a:ext cx="5086899" cy="769441"/>
          </a:xfrm>
          <a:prstGeom prst="rect">
            <a:avLst/>
          </a:prstGeom>
          <a:noFill/>
        </p:spPr>
        <p:txBody>
          <a:bodyPr wrap="none">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fontAlgn="base">
              <a:spcBef>
                <a:spcPct val="0"/>
              </a:spcBef>
              <a:spcAft>
                <a:spcPct val="0"/>
              </a:spcAft>
              <a:defRPr/>
            </a:pPr>
            <a:r>
              <a:rPr lang="en-US" sz="4400" b="1" spc="50" dirty="0">
                <a:ln w="11430"/>
                <a:gradFill>
                  <a:gsLst>
                    <a:gs pos="25000">
                      <a:srgbClr val="C0504D">
                        <a:satMod val="155000"/>
                      </a:srgbClr>
                    </a:gs>
                    <a:gs pos="100000">
                      <a:srgbClr val="C0504D">
                        <a:shade val="45000"/>
                        <a:satMod val="165000"/>
                      </a:srgbClr>
                    </a:gs>
                  </a:gsLst>
                  <a:lin ang="5400000"/>
                </a:gradFill>
                <a:effectLst>
                  <a:outerShdw blurRad="76200" dist="50800" dir="5400000" algn="tl" rotWithShape="0">
                    <a:srgbClr val="000000">
                      <a:alpha val="65000"/>
                    </a:srgbClr>
                  </a:outerShdw>
                </a:effectLst>
                <a:ea typeface="ＭＳ Ｐゴシック" charset="0"/>
                <a:cs typeface="ＭＳ Ｐゴシック" charset="0"/>
              </a:rPr>
              <a:t>Example 5 - Solution</a:t>
            </a:r>
          </a:p>
        </p:txBody>
      </p:sp>
    </p:spTree>
    <p:extLst>
      <p:ext uri="{BB962C8B-B14F-4D97-AF65-F5344CB8AC3E}">
        <p14:creationId xmlns:p14="http://schemas.microsoft.com/office/powerpoint/2010/main" val="1619017260"/>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Slide Number Placeholder 2"/>
          <p:cNvSpPr>
            <a:spLocks noGrp="1"/>
          </p:cNvSpPr>
          <p:nvPr>
            <p:ph type="sldNum" sz="quarter" idx="12"/>
          </p:nvPr>
        </p:nvSpPr>
        <p:spPr bwMode="auto">
          <a:xfrm>
            <a:off x="3124200" y="6519863"/>
            <a:ext cx="2895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Arial" pitchFamily="34" charset="0"/>
              <a:buChar char="•"/>
              <a:defRPr sz="3200">
                <a:solidFill>
                  <a:schemeClr val="tx1"/>
                </a:solidFill>
                <a:latin typeface="Calibri" pitchFamily="34" charset="0"/>
                <a:ea typeface="ＭＳ Ｐゴシック" pitchFamily="34" charset="-128"/>
              </a:defRPr>
            </a:lvl1pPr>
            <a:lvl2pPr marL="742950" indent="-285750" eaLnBrk="0" hangingPunct="0">
              <a:spcBef>
                <a:spcPct val="20000"/>
              </a:spcBef>
              <a:buFont typeface="Arial" pitchFamily="34" charset="0"/>
              <a:buChar char="–"/>
              <a:defRPr sz="2800">
                <a:solidFill>
                  <a:schemeClr val="tx1"/>
                </a:solidFill>
                <a:latin typeface="Calibri" pitchFamily="34" charset="0"/>
                <a:ea typeface="ＭＳ Ｐゴシック" pitchFamily="34" charset="-128"/>
              </a:defRPr>
            </a:lvl2pPr>
            <a:lvl3pPr marL="1143000" indent="-228600" eaLnBrk="0" hangingPunct="0">
              <a:spcBef>
                <a:spcPct val="20000"/>
              </a:spcBef>
              <a:buFont typeface="Arial" pitchFamily="34" charset="0"/>
              <a:buChar char="•"/>
              <a:defRPr sz="2400">
                <a:solidFill>
                  <a:schemeClr val="tx1"/>
                </a:solidFill>
                <a:latin typeface="Calibri" pitchFamily="34" charset="0"/>
                <a:ea typeface="ＭＳ Ｐゴシック" pitchFamily="34" charset="-128"/>
              </a:defRPr>
            </a:lvl3pPr>
            <a:lvl4pPr marL="16002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4pPr>
            <a:lvl5pPr marL="20574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5pPr>
            <a:lvl6pPr marL="25146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6pPr>
            <a:lvl7pPr marL="29718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7pPr>
            <a:lvl8pPr marL="34290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8pPr>
            <a:lvl9pPr marL="38862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9pPr>
          </a:lstStyle>
          <a:p>
            <a:pPr algn="ctr" eaLnBrk="1" hangingPunct="1">
              <a:spcBef>
                <a:spcPct val="0"/>
              </a:spcBef>
              <a:buFontTx/>
              <a:buNone/>
            </a:pPr>
            <a:fld id="{373C23E3-4C66-4FEC-9991-4B5CB16C6A4C}" type="slidenum">
              <a:rPr lang="en-US" altLang="en-US" sz="1200" smtClean="0">
                <a:solidFill>
                  <a:srgbClr val="898989"/>
                </a:solidFill>
              </a:rPr>
              <a:pPr algn="ctr" eaLnBrk="1" hangingPunct="1">
                <a:spcBef>
                  <a:spcPct val="0"/>
                </a:spcBef>
                <a:buFontTx/>
                <a:buNone/>
              </a:pPr>
              <a:t>66</a:t>
            </a:fld>
            <a:endParaRPr lang="en-US" altLang="en-US" sz="1200" smtClean="0">
              <a:solidFill>
                <a:srgbClr val="898989"/>
              </a:solidFill>
            </a:endParaRPr>
          </a:p>
        </p:txBody>
      </p:sp>
      <p:pic>
        <p:nvPicPr>
          <p:cNvPr id="115715" name="Picture 1" descr="Screen Shot 2014-10-12 at 1.38.20 PM.pn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11188" y="1125538"/>
            <a:ext cx="7489825" cy="4319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202735297"/>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Slide Number Placeholder 2"/>
          <p:cNvSpPr>
            <a:spLocks noGrp="1"/>
          </p:cNvSpPr>
          <p:nvPr>
            <p:ph type="sldNum" sz="quarter" idx="12"/>
          </p:nvPr>
        </p:nvSpPr>
        <p:spPr bwMode="auto">
          <a:xfrm>
            <a:off x="3124200" y="6519863"/>
            <a:ext cx="2895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Arial" pitchFamily="34" charset="0"/>
              <a:buChar char="•"/>
              <a:defRPr sz="3200">
                <a:solidFill>
                  <a:schemeClr val="tx1"/>
                </a:solidFill>
                <a:latin typeface="Calibri" pitchFamily="34" charset="0"/>
                <a:ea typeface="ＭＳ Ｐゴシック" pitchFamily="34" charset="-128"/>
              </a:defRPr>
            </a:lvl1pPr>
            <a:lvl2pPr marL="742950" indent="-285750" eaLnBrk="0" hangingPunct="0">
              <a:spcBef>
                <a:spcPct val="20000"/>
              </a:spcBef>
              <a:buFont typeface="Arial" pitchFamily="34" charset="0"/>
              <a:buChar char="–"/>
              <a:defRPr sz="2800">
                <a:solidFill>
                  <a:schemeClr val="tx1"/>
                </a:solidFill>
                <a:latin typeface="Calibri" pitchFamily="34" charset="0"/>
                <a:ea typeface="ＭＳ Ｐゴシック" pitchFamily="34" charset="-128"/>
              </a:defRPr>
            </a:lvl2pPr>
            <a:lvl3pPr marL="1143000" indent="-228600" eaLnBrk="0" hangingPunct="0">
              <a:spcBef>
                <a:spcPct val="20000"/>
              </a:spcBef>
              <a:buFont typeface="Arial" pitchFamily="34" charset="0"/>
              <a:buChar char="•"/>
              <a:defRPr sz="2400">
                <a:solidFill>
                  <a:schemeClr val="tx1"/>
                </a:solidFill>
                <a:latin typeface="Calibri" pitchFamily="34" charset="0"/>
                <a:ea typeface="ＭＳ Ｐゴシック" pitchFamily="34" charset="-128"/>
              </a:defRPr>
            </a:lvl3pPr>
            <a:lvl4pPr marL="16002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4pPr>
            <a:lvl5pPr marL="20574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5pPr>
            <a:lvl6pPr marL="25146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6pPr>
            <a:lvl7pPr marL="29718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7pPr>
            <a:lvl8pPr marL="34290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8pPr>
            <a:lvl9pPr marL="38862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9pPr>
          </a:lstStyle>
          <a:p>
            <a:pPr algn="ctr" eaLnBrk="1" hangingPunct="1">
              <a:spcBef>
                <a:spcPct val="0"/>
              </a:spcBef>
              <a:buFontTx/>
              <a:buNone/>
            </a:pPr>
            <a:fld id="{5C7968E5-8B27-485D-BA01-DE844557503B}" type="slidenum">
              <a:rPr lang="en-US" altLang="en-US" sz="1200" smtClean="0">
                <a:solidFill>
                  <a:srgbClr val="898989"/>
                </a:solidFill>
              </a:rPr>
              <a:pPr algn="ctr" eaLnBrk="1" hangingPunct="1">
                <a:spcBef>
                  <a:spcPct val="0"/>
                </a:spcBef>
                <a:buFontTx/>
                <a:buNone/>
              </a:pPr>
              <a:t>67</a:t>
            </a:fld>
            <a:endParaRPr lang="en-US" altLang="en-US" sz="1200" smtClean="0">
              <a:solidFill>
                <a:srgbClr val="898989"/>
              </a:solidFill>
            </a:endParaRPr>
          </a:p>
        </p:txBody>
      </p:sp>
      <p:pic>
        <p:nvPicPr>
          <p:cNvPr id="116739" name="Picture 3" descr="Screen Shot 2014-10-12 at 1.39.02 PM.pn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116013" y="1052513"/>
            <a:ext cx="7545387" cy="4892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68766304"/>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Slide Number Placeholder 2"/>
          <p:cNvSpPr>
            <a:spLocks noGrp="1"/>
          </p:cNvSpPr>
          <p:nvPr>
            <p:ph type="sldNum" sz="quarter" idx="12"/>
          </p:nvPr>
        </p:nvSpPr>
        <p:spPr bwMode="auto">
          <a:xfrm>
            <a:off x="4427538" y="6492875"/>
            <a:ext cx="439737"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Arial" pitchFamily="34" charset="0"/>
              <a:buChar char="•"/>
              <a:defRPr sz="3200">
                <a:solidFill>
                  <a:schemeClr val="tx1"/>
                </a:solidFill>
                <a:latin typeface="Calibri" pitchFamily="34" charset="0"/>
                <a:ea typeface="ＭＳ Ｐゴシック" pitchFamily="34" charset="-128"/>
              </a:defRPr>
            </a:lvl1pPr>
            <a:lvl2pPr marL="742950" indent="-285750" eaLnBrk="0" hangingPunct="0">
              <a:spcBef>
                <a:spcPct val="20000"/>
              </a:spcBef>
              <a:buFont typeface="Arial" pitchFamily="34" charset="0"/>
              <a:buChar char="–"/>
              <a:defRPr sz="2800">
                <a:solidFill>
                  <a:schemeClr val="tx1"/>
                </a:solidFill>
                <a:latin typeface="Calibri" pitchFamily="34" charset="0"/>
                <a:ea typeface="ＭＳ Ｐゴシック" pitchFamily="34" charset="-128"/>
              </a:defRPr>
            </a:lvl2pPr>
            <a:lvl3pPr marL="1143000" indent="-228600" eaLnBrk="0" hangingPunct="0">
              <a:spcBef>
                <a:spcPct val="20000"/>
              </a:spcBef>
              <a:buFont typeface="Arial" pitchFamily="34" charset="0"/>
              <a:buChar char="•"/>
              <a:defRPr sz="2400">
                <a:solidFill>
                  <a:schemeClr val="tx1"/>
                </a:solidFill>
                <a:latin typeface="Calibri" pitchFamily="34" charset="0"/>
                <a:ea typeface="ＭＳ Ｐゴシック" pitchFamily="34" charset="-128"/>
              </a:defRPr>
            </a:lvl3pPr>
            <a:lvl4pPr marL="16002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4pPr>
            <a:lvl5pPr marL="20574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5pPr>
            <a:lvl6pPr marL="25146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6pPr>
            <a:lvl7pPr marL="29718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7pPr>
            <a:lvl8pPr marL="34290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8pPr>
            <a:lvl9pPr marL="38862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9pPr>
          </a:lstStyle>
          <a:p>
            <a:pPr algn="ctr" eaLnBrk="1" hangingPunct="1">
              <a:spcBef>
                <a:spcPct val="0"/>
              </a:spcBef>
              <a:buFontTx/>
              <a:buNone/>
            </a:pPr>
            <a:fld id="{DD083B1C-FF3A-40F1-8F3E-A393A8FFE715}" type="slidenum">
              <a:rPr lang="en-US" altLang="en-US" sz="1200" smtClean="0">
                <a:solidFill>
                  <a:srgbClr val="898989"/>
                </a:solidFill>
              </a:rPr>
              <a:pPr algn="ctr" eaLnBrk="1" hangingPunct="1">
                <a:spcBef>
                  <a:spcPct val="0"/>
                </a:spcBef>
                <a:buFontTx/>
                <a:buNone/>
              </a:pPr>
              <a:t>68</a:t>
            </a:fld>
            <a:endParaRPr lang="en-US" altLang="en-US" sz="1200" smtClean="0">
              <a:solidFill>
                <a:srgbClr val="898989"/>
              </a:solidFill>
            </a:endParaRPr>
          </a:p>
        </p:txBody>
      </p:sp>
      <p:pic>
        <p:nvPicPr>
          <p:cNvPr id="117763" name="Picture 1" descr="Screen Shot 2014-10-12 at 1.41.00 PM.pn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55650" y="1628775"/>
            <a:ext cx="7893050" cy="427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5"/>
          <p:cNvSpPr/>
          <p:nvPr/>
        </p:nvSpPr>
        <p:spPr>
          <a:xfrm>
            <a:off x="3826274" y="116632"/>
            <a:ext cx="2647004" cy="769441"/>
          </a:xfrm>
          <a:prstGeom prst="rect">
            <a:avLst/>
          </a:prstGeom>
          <a:noFill/>
        </p:spPr>
        <p:txBody>
          <a:bodyPr wrap="none">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fontAlgn="base">
              <a:spcBef>
                <a:spcPct val="0"/>
              </a:spcBef>
              <a:spcAft>
                <a:spcPct val="0"/>
              </a:spcAft>
              <a:defRPr/>
            </a:pPr>
            <a:r>
              <a:rPr lang="en-US" sz="4400" b="1" spc="50" dirty="0">
                <a:ln w="11430"/>
                <a:gradFill>
                  <a:gsLst>
                    <a:gs pos="25000">
                      <a:srgbClr val="C0504D">
                        <a:satMod val="155000"/>
                      </a:srgbClr>
                    </a:gs>
                    <a:gs pos="100000">
                      <a:srgbClr val="C0504D">
                        <a:shade val="45000"/>
                        <a:satMod val="165000"/>
                      </a:srgbClr>
                    </a:gs>
                  </a:gsLst>
                  <a:lin ang="5400000"/>
                </a:gradFill>
                <a:effectLst>
                  <a:outerShdw blurRad="76200" dist="50800" dir="5400000" algn="tl" rotWithShape="0">
                    <a:srgbClr val="000000">
                      <a:alpha val="65000"/>
                    </a:srgbClr>
                  </a:outerShdw>
                </a:effectLst>
                <a:ea typeface="ＭＳ Ｐゴシック" charset="0"/>
                <a:cs typeface="ＭＳ Ｐゴシック" charset="0"/>
              </a:rPr>
              <a:t>Example 6</a:t>
            </a:r>
          </a:p>
        </p:txBody>
      </p:sp>
    </p:spTree>
    <p:extLst>
      <p:ext uri="{BB962C8B-B14F-4D97-AF65-F5344CB8AC3E}">
        <p14:creationId xmlns:p14="http://schemas.microsoft.com/office/powerpoint/2010/main" val="2702305139"/>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Slide Number Placeholder 2"/>
          <p:cNvSpPr>
            <a:spLocks noGrp="1"/>
          </p:cNvSpPr>
          <p:nvPr>
            <p:ph type="sldNum" sz="quarter" idx="12"/>
          </p:nvPr>
        </p:nvSpPr>
        <p:spPr bwMode="auto">
          <a:xfrm>
            <a:off x="3124200" y="6448425"/>
            <a:ext cx="2895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Arial" pitchFamily="34" charset="0"/>
              <a:buChar char="•"/>
              <a:defRPr sz="3200">
                <a:solidFill>
                  <a:schemeClr val="tx1"/>
                </a:solidFill>
                <a:latin typeface="Calibri" pitchFamily="34" charset="0"/>
                <a:ea typeface="ＭＳ Ｐゴシック" pitchFamily="34" charset="-128"/>
              </a:defRPr>
            </a:lvl1pPr>
            <a:lvl2pPr marL="742950" indent="-285750" eaLnBrk="0" hangingPunct="0">
              <a:spcBef>
                <a:spcPct val="20000"/>
              </a:spcBef>
              <a:buFont typeface="Arial" pitchFamily="34" charset="0"/>
              <a:buChar char="–"/>
              <a:defRPr sz="2800">
                <a:solidFill>
                  <a:schemeClr val="tx1"/>
                </a:solidFill>
                <a:latin typeface="Calibri" pitchFamily="34" charset="0"/>
                <a:ea typeface="ＭＳ Ｐゴシック" pitchFamily="34" charset="-128"/>
              </a:defRPr>
            </a:lvl2pPr>
            <a:lvl3pPr marL="1143000" indent="-228600" eaLnBrk="0" hangingPunct="0">
              <a:spcBef>
                <a:spcPct val="20000"/>
              </a:spcBef>
              <a:buFont typeface="Arial" pitchFamily="34" charset="0"/>
              <a:buChar char="•"/>
              <a:defRPr sz="2400">
                <a:solidFill>
                  <a:schemeClr val="tx1"/>
                </a:solidFill>
                <a:latin typeface="Calibri" pitchFamily="34" charset="0"/>
                <a:ea typeface="ＭＳ Ｐゴシック" pitchFamily="34" charset="-128"/>
              </a:defRPr>
            </a:lvl3pPr>
            <a:lvl4pPr marL="16002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4pPr>
            <a:lvl5pPr marL="20574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5pPr>
            <a:lvl6pPr marL="25146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6pPr>
            <a:lvl7pPr marL="29718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7pPr>
            <a:lvl8pPr marL="34290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8pPr>
            <a:lvl9pPr marL="38862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9pPr>
          </a:lstStyle>
          <a:p>
            <a:pPr algn="ctr" eaLnBrk="1" hangingPunct="1">
              <a:spcBef>
                <a:spcPct val="0"/>
              </a:spcBef>
              <a:buFontTx/>
              <a:buNone/>
            </a:pPr>
            <a:fld id="{05C538C4-1BA0-4F1E-B3AC-603A6DEAFF64}" type="slidenum">
              <a:rPr lang="en-US" altLang="en-US" sz="1200" smtClean="0">
                <a:solidFill>
                  <a:srgbClr val="898989"/>
                </a:solidFill>
              </a:rPr>
              <a:pPr algn="ctr" eaLnBrk="1" hangingPunct="1">
                <a:spcBef>
                  <a:spcPct val="0"/>
                </a:spcBef>
                <a:buFontTx/>
                <a:buNone/>
              </a:pPr>
              <a:t>69</a:t>
            </a:fld>
            <a:endParaRPr lang="en-US" altLang="en-US" sz="1200" smtClean="0">
              <a:solidFill>
                <a:srgbClr val="898989"/>
              </a:solidFill>
            </a:endParaRPr>
          </a:p>
        </p:txBody>
      </p:sp>
      <p:sp>
        <p:nvSpPr>
          <p:cNvPr id="5" name="Rectangle 4"/>
          <p:cNvSpPr/>
          <p:nvPr/>
        </p:nvSpPr>
        <p:spPr>
          <a:xfrm>
            <a:off x="2606327" y="116632"/>
            <a:ext cx="5086899" cy="769441"/>
          </a:xfrm>
          <a:prstGeom prst="rect">
            <a:avLst/>
          </a:prstGeom>
          <a:noFill/>
        </p:spPr>
        <p:txBody>
          <a:bodyPr wrap="none">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fontAlgn="base">
              <a:spcBef>
                <a:spcPct val="0"/>
              </a:spcBef>
              <a:spcAft>
                <a:spcPct val="0"/>
              </a:spcAft>
              <a:defRPr/>
            </a:pPr>
            <a:r>
              <a:rPr lang="en-US" sz="4400" b="1" spc="50" dirty="0">
                <a:ln w="11430"/>
                <a:gradFill>
                  <a:gsLst>
                    <a:gs pos="25000">
                      <a:srgbClr val="C0504D">
                        <a:satMod val="155000"/>
                      </a:srgbClr>
                    </a:gs>
                    <a:gs pos="100000">
                      <a:srgbClr val="C0504D">
                        <a:shade val="45000"/>
                        <a:satMod val="165000"/>
                      </a:srgbClr>
                    </a:gs>
                  </a:gsLst>
                  <a:lin ang="5400000"/>
                </a:gradFill>
                <a:effectLst>
                  <a:outerShdw blurRad="76200" dist="50800" dir="5400000" algn="tl" rotWithShape="0">
                    <a:srgbClr val="000000">
                      <a:alpha val="65000"/>
                    </a:srgbClr>
                  </a:outerShdw>
                </a:effectLst>
                <a:ea typeface="ＭＳ Ｐゴシック" charset="0"/>
                <a:cs typeface="ＭＳ Ｐゴシック" charset="0"/>
              </a:rPr>
              <a:t>Example 6 - Solution</a:t>
            </a:r>
          </a:p>
        </p:txBody>
      </p:sp>
      <p:pic>
        <p:nvPicPr>
          <p:cNvPr id="118788" name="Picture 1" descr="Screen Shot 2014-10-12 at 1.42.10 PM.pn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79388" y="1484313"/>
            <a:ext cx="8851900"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077872533"/>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Title 1"/>
          <p:cNvSpPr>
            <a:spLocks noGrp="1"/>
          </p:cNvSpPr>
          <p:nvPr>
            <p:ph type="title"/>
          </p:nvPr>
        </p:nvSpPr>
        <p:spPr/>
        <p:txBody>
          <a:bodyPr/>
          <a:lstStyle/>
          <a:p>
            <a:r>
              <a:rPr lang="en-AU" altLang="en-US" smtClean="0"/>
              <a:t>More exercises</a:t>
            </a:r>
          </a:p>
        </p:txBody>
      </p:sp>
      <p:sp>
        <p:nvSpPr>
          <p:cNvPr id="3" name="Content Placeholder 2"/>
          <p:cNvSpPr>
            <a:spLocks noGrp="1"/>
          </p:cNvSpPr>
          <p:nvPr>
            <p:ph idx="1"/>
          </p:nvPr>
        </p:nvSpPr>
        <p:spPr/>
        <p:txBody>
          <a:bodyPr/>
          <a:lstStyle/>
          <a:p>
            <a:pPr marL="514350" indent="-514350">
              <a:buFont typeface="Arial" pitchFamily="34" charset="0"/>
              <a:buAutoNum type="arabicPeriod"/>
              <a:defRPr/>
            </a:pPr>
            <a:r>
              <a:rPr lang="en-AU" sz="2000" dirty="0" smtClean="0">
                <a:ea typeface="MS PGothic" pitchFamily="34" charset="-128"/>
              </a:rPr>
              <a:t>Ahmad bought a machine to make fresh juice. He has five different fruits: strawberry, oranges, apples, pineapples and lemons. If he only use two fruits, how many different juice drinks can Ahmad make?</a:t>
            </a:r>
          </a:p>
          <a:p>
            <a:pPr marL="514350" indent="-514350">
              <a:buFont typeface="Arial" pitchFamily="34" charset="0"/>
              <a:buAutoNum type="arabicPeriod"/>
              <a:defRPr/>
            </a:pPr>
            <a:endParaRPr lang="en-AU" sz="2000" dirty="0" smtClean="0">
              <a:ea typeface="MS PGothic" pitchFamily="34" charset="-128"/>
            </a:endParaRPr>
          </a:p>
          <a:p>
            <a:pPr marL="514350" indent="-514350">
              <a:buFont typeface="Arial" pitchFamily="34" charset="0"/>
              <a:buAutoNum type="arabicPeriod"/>
              <a:defRPr/>
            </a:pPr>
            <a:r>
              <a:rPr lang="en-AU" sz="2000" dirty="0" smtClean="0">
                <a:ea typeface="MS PGothic" pitchFamily="34" charset="-128"/>
              </a:rPr>
              <a:t>There are 25 people who work in an office together. Five of these people are selected to attend five different conferences. The first person selected will go to a conference in Hawaii, the second will go to New York, the third  will go to San Diego, the fourth will go to Atlanta and the fifth will go to Nashville. How many such selection are possible</a:t>
            </a:r>
          </a:p>
          <a:p>
            <a:pPr marL="514350" indent="-514350">
              <a:buFont typeface="Arial" pitchFamily="34" charset="0"/>
              <a:buAutoNum type="arabicPeriod"/>
              <a:defRPr/>
            </a:pPr>
            <a:endParaRPr lang="en-AU" sz="2000" dirty="0" smtClean="0">
              <a:ea typeface="MS PGothic" pitchFamily="34" charset="-128"/>
            </a:endParaRPr>
          </a:p>
          <a:p>
            <a:pPr marL="514350" indent="-514350">
              <a:buFont typeface="Arial" pitchFamily="34" charset="0"/>
              <a:buAutoNum type="arabicPeriod"/>
              <a:defRPr/>
            </a:pPr>
            <a:r>
              <a:rPr lang="en-AU" sz="2000" dirty="0" smtClean="0">
                <a:ea typeface="MS PGothic" pitchFamily="34" charset="-128"/>
              </a:rPr>
              <a:t>In a group of 6 boys and 4 girls, four children are to be selected. In how many different ways can they be selected such that at least one boy should be there?</a:t>
            </a:r>
          </a:p>
          <a:p>
            <a:pPr marL="0" indent="0">
              <a:buFont typeface="Arial" pitchFamily="34" charset="0"/>
              <a:buNone/>
              <a:defRPr/>
            </a:pPr>
            <a:endParaRPr lang="en-AU" sz="2000" dirty="0">
              <a:ea typeface="MS PGothic" pitchFamily="34" charset="-128"/>
            </a:endParaRPr>
          </a:p>
        </p:txBody>
      </p:sp>
    </p:spTree>
    <p:extLst>
      <p:ext uri="{BB962C8B-B14F-4D97-AF65-F5344CB8AC3E}">
        <p14:creationId xmlns:p14="http://schemas.microsoft.com/office/powerpoint/2010/main" val="4265037867"/>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Slide Number Placeholder 3"/>
          <p:cNvSpPr>
            <a:spLocks noGrp="1"/>
          </p:cNvSpPr>
          <p:nvPr>
            <p:ph type="sldNum" sz="quarter" idx="12"/>
          </p:nvPr>
        </p:nvSpPr>
        <p:spPr bwMode="auto">
          <a:xfrm>
            <a:off x="3124200" y="6519863"/>
            <a:ext cx="2895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Arial" pitchFamily="34" charset="0"/>
              <a:buChar char="•"/>
              <a:defRPr sz="3200">
                <a:solidFill>
                  <a:schemeClr val="tx1"/>
                </a:solidFill>
                <a:latin typeface="Calibri" pitchFamily="34" charset="0"/>
                <a:ea typeface="ＭＳ Ｐゴシック" pitchFamily="34" charset="-128"/>
              </a:defRPr>
            </a:lvl1pPr>
            <a:lvl2pPr marL="742950" indent="-285750" eaLnBrk="0" hangingPunct="0">
              <a:spcBef>
                <a:spcPct val="20000"/>
              </a:spcBef>
              <a:buFont typeface="Arial" pitchFamily="34" charset="0"/>
              <a:buChar char="–"/>
              <a:defRPr sz="2800">
                <a:solidFill>
                  <a:schemeClr val="tx1"/>
                </a:solidFill>
                <a:latin typeface="Calibri" pitchFamily="34" charset="0"/>
                <a:ea typeface="ＭＳ Ｐゴシック" pitchFamily="34" charset="-128"/>
              </a:defRPr>
            </a:lvl2pPr>
            <a:lvl3pPr marL="1143000" indent="-228600" eaLnBrk="0" hangingPunct="0">
              <a:spcBef>
                <a:spcPct val="20000"/>
              </a:spcBef>
              <a:buFont typeface="Arial" pitchFamily="34" charset="0"/>
              <a:buChar char="•"/>
              <a:defRPr sz="2400">
                <a:solidFill>
                  <a:schemeClr val="tx1"/>
                </a:solidFill>
                <a:latin typeface="Calibri" pitchFamily="34" charset="0"/>
                <a:ea typeface="ＭＳ Ｐゴシック" pitchFamily="34" charset="-128"/>
              </a:defRPr>
            </a:lvl3pPr>
            <a:lvl4pPr marL="16002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4pPr>
            <a:lvl5pPr marL="20574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5pPr>
            <a:lvl6pPr marL="25146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6pPr>
            <a:lvl7pPr marL="29718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7pPr>
            <a:lvl8pPr marL="34290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8pPr>
            <a:lvl9pPr marL="38862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9pPr>
          </a:lstStyle>
          <a:p>
            <a:pPr algn="ctr" eaLnBrk="1" hangingPunct="1">
              <a:spcBef>
                <a:spcPct val="0"/>
              </a:spcBef>
              <a:buFontTx/>
              <a:buNone/>
            </a:pPr>
            <a:fld id="{893AE261-B16F-4862-B235-DFCC85279B9C}" type="slidenum">
              <a:rPr lang="en-US" altLang="en-US" sz="1200" smtClean="0">
                <a:solidFill>
                  <a:srgbClr val="898989"/>
                </a:solidFill>
              </a:rPr>
              <a:pPr algn="ctr" eaLnBrk="1" hangingPunct="1">
                <a:spcBef>
                  <a:spcPct val="0"/>
                </a:spcBef>
                <a:buFontTx/>
                <a:buNone/>
              </a:pPr>
              <a:t>71</a:t>
            </a:fld>
            <a:endParaRPr lang="en-US" altLang="en-US" sz="1200" smtClean="0">
              <a:solidFill>
                <a:srgbClr val="898989"/>
              </a:solidFill>
            </a:endParaRPr>
          </a:p>
        </p:txBody>
      </p:sp>
      <p:sp>
        <p:nvSpPr>
          <p:cNvPr id="120835" name="Content Placeholder 5"/>
          <p:cNvSpPr txBox="1">
            <a:spLocks/>
          </p:cNvSpPr>
          <p:nvPr/>
        </p:nvSpPr>
        <p:spPr bwMode="auto">
          <a:xfrm>
            <a:off x="611188" y="4941888"/>
            <a:ext cx="8137525" cy="1008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Arial" pitchFamily="34" charset="0"/>
              <a:buChar char="•"/>
              <a:defRPr sz="3200">
                <a:solidFill>
                  <a:schemeClr val="tx1"/>
                </a:solidFill>
                <a:latin typeface="Calibri" pitchFamily="34" charset="0"/>
                <a:ea typeface="ＭＳ Ｐゴシック" pitchFamily="34" charset="-128"/>
              </a:defRPr>
            </a:lvl1pPr>
            <a:lvl2pPr marL="742950" indent="-285750" eaLnBrk="0" hangingPunct="0">
              <a:spcBef>
                <a:spcPct val="20000"/>
              </a:spcBef>
              <a:buFont typeface="Arial" pitchFamily="34" charset="0"/>
              <a:buChar char="–"/>
              <a:defRPr sz="2800">
                <a:solidFill>
                  <a:schemeClr val="tx1"/>
                </a:solidFill>
                <a:latin typeface="Calibri" pitchFamily="34" charset="0"/>
                <a:ea typeface="ＭＳ Ｐゴシック" pitchFamily="34" charset="-128"/>
              </a:defRPr>
            </a:lvl2pPr>
            <a:lvl3pPr marL="1143000" indent="-228600" eaLnBrk="0" hangingPunct="0">
              <a:spcBef>
                <a:spcPct val="20000"/>
              </a:spcBef>
              <a:buFont typeface="Arial" pitchFamily="34" charset="0"/>
              <a:buChar char="•"/>
              <a:defRPr sz="2400">
                <a:solidFill>
                  <a:schemeClr val="tx1"/>
                </a:solidFill>
                <a:latin typeface="Calibri" pitchFamily="34" charset="0"/>
                <a:ea typeface="ＭＳ Ｐゴシック" pitchFamily="34" charset="-128"/>
              </a:defRPr>
            </a:lvl3pPr>
            <a:lvl4pPr marL="16002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4pPr>
            <a:lvl5pPr marL="20574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5pPr>
            <a:lvl6pPr marL="25146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6pPr>
            <a:lvl7pPr marL="29718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7pPr>
            <a:lvl8pPr marL="34290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8pPr>
            <a:lvl9pPr marL="38862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9pPr>
          </a:lstStyle>
          <a:p>
            <a:pPr eaLnBrk="1" fontAlgn="base" hangingPunct="1">
              <a:spcAft>
                <a:spcPct val="0"/>
              </a:spcAft>
              <a:buSzPct val="75000"/>
              <a:buFontTx/>
              <a:buNone/>
            </a:pPr>
            <a:r>
              <a:rPr lang="en-US" altLang="en-US" sz="2400">
                <a:solidFill>
                  <a:prstClr val="black"/>
                </a:solidFill>
              </a:rPr>
              <a:t>= { where </a:t>
            </a:r>
            <a:r>
              <a:rPr lang="en-US" altLang="en-US" sz="2400" b="1" i="1">
                <a:solidFill>
                  <a:prstClr val="black"/>
                </a:solidFill>
              </a:rPr>
              <a:t>n</a:t>
            </a:r>
            <a:r>
              <a:rPr lang="en-US" altLang="en-US" sz="2400">
                <a:solidFill>
                  <a:prstClr val="black"/>
                </a:solidFill>
              </a:rPr>
              <a:t> is the number of things/objects to choose from, and you choose </a:t>
            </a:r>
            <a:r>
              <a:rPr lang="en-US" altLang="en-US" sz="2400" b="1" i="1">
                <a:solidFill>
                  <a:prstClr val="black"/>
                </a:solidFill>
              </a:rPr>
              <a:t>r</a:t>
            </a:r>
            <a:r>
              <a:rPr lang="en-US" altLang="en-US" sz="2400">
                <a:solidFill>
                  <a:prstClr val="black"/>
                </a:solidFill>
              </a:rPr>
              <a:t> of them (repetition allowed, order doesn't matter) } </a:t>
            </a:r>
          </a:p>
        </p:txBody>
      </p:sp>
      <p:pic>
        <p:nvPicPr>
          <p:cNvPr id="120836" name="Picture 7" descr="Screen Shot 2014-10-12 at 1.51.28 PM.pn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68313" y="1341438"/>
            <a:ext cx="7632700" cy="327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itle 2"/>
          <p:cNvSpPr txBox="1">
            <a:spLocks/>
          </p:cNvSpPr>
          <p:nvPr/>
        </p:nvSpPr>
        <p:spPr>
          <a:xfrm>
            <a:off x="2411413" y="188913"/>
            <a:ext cx="6213475" cy="936625"/>
          </a:xfrm>
          <a:prstGeom prst="rect">
            <a:avLst/>
          </a:prstGeom>
        </p:spPr>
        <p:style>
          <a:lnRef idx="2">
            <a:schemeClr val="accent2"/>
          </a:lnRef>
          <a:fillRef idx="1">
            <a:schemeClr val="lt1"/>
          </a:fillRef>
          <a:effectRef idx="0">
            <a:schemeClr val="accent2"/>
          </a:effectRef>
          <a:fontRef idx="minor">
            <a:schemeClr val="dk1"/>
          </a:fontRef>
        </p:style>
        <p:txBody>
          <a:bodyPr anchor="ctr"/>
          <a:lstStyle/>
          <a:p>
            <a:pPr algn="ctr" fontAlgn="base">
              <a:spcBef>
                <a:spcPct val="0"/>
              </a:spcBef>
              <a:spcAft>
                <a:spcPct val="0"/>
              </a:spcAft>
              <a:defRPr/>
            </a:pPr>
            <a:r>
              <a:rPr lang="en-US" sz="3600" kern="0" dirty="0">
                <a:solidFill>
                  <a:prstClr val="black"/>
                </a:solidFill>
              </a:rPr>
              <a:t>Combinations </a:t>
            </a:r>
          </a:p>
          <a:p>
            <a:pPr algn="ctr" fontAlgn="base">
              <a:spcBef>
                <a:spcPct val="0"/>
              </a:spcBef>
              <a:spcAft>
                <a:spcPct val="0"/>
              </a:spcAft>
              <a:defRPr/>
            </a:pPr>
            <a:r>
              <a:rPr lang="en-US" sz="2800" kern="0" dirty="0">
                <a:solidFill>
                  <a:prstClr val="black"/>
                </a:solidFill>
              </a:rPr>
              <a:t>(Repetition Allowed)</a:t>
            </a:r>
          </a:p>
        </p:txBody>
      </p:sp>
    </p:spTree>
    <p:extLst>
      <p:ext uri="{BB962C8B-B14F-4D97-AF65-F5344CB8AC3E}">
        <p14:creationId xmlns:p14="http://schemas.microsoft.com/office/powerpoint/2010/main" val="2492332949"/>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Content Placeholder 3"/>
          <p:cNvSpPr>
            <a:spLocks noGrp="1"/>
          </p:cNvSpPr>
          <p:nvPr>
            <p:ph idx="1"/>
          </p:nvPr>
        </p:nvSpPr>
        <p:spPr>
          <a:xfrm>
            <a:off x="250825" y="1412875"/>
            <a:ext cx="8569325" cy="2879725"/>
          </a:xfrm>
        </p:spPr>
        <p:txBody>
          <a:bodyPr/>
          <a:lstStyle/>
          <a:p>
            <a:r>
              <a:rPr lang="en-US" altLang="en-US" sz="2800" smtClean="0"/>
              <a:t>Let say there are five flavors of ice-cream: </a:t>
            </a:r>
            <a:r>
              <a:rPr lang="en-US" altLang="en-US" sz="2800" b="1" smtClean="0"/>
              <a:t>banana, chocolate, lemon, strawberry and vanilla</a:t>
            </a:r>
            <a:r>
              <a:rPr lang="en-US" altLang="en-US" sz="2800" smtClean="0"/>
              <a:t>. </a:t>
            </a:r>
          </a:p>
          <a:p>
            <a:r>
              <a:rPr lang="en-US" altLang="en-US" sz="2800" smtClean="0"/>
              <a:t>You can have three scoops. </a:t>
            </a:r>
          </a:p>
          <a:p>
            <a:r>
              <a:rPr lang="en-US" altLang="en-US" sz="2800" smtClean="0"/>
              <a:t>How many variations will there be?</a:t>
            </a:r>
          </a:p>
        </p:txBody>
      </p:sp>
      <p:sp>
        <p:nvSpPr>
          <p:cNvPr id="121859" name="Slide Number Placeholder 1"/>
          <p:cNvSpPr>
            <a:spLocks noGrp="1"/>
          </p:cNvSpPr>
          <p:nvPr>
            <p:ph type="sldNum" sz="quarter" idx="12"/>
          </p:nvPr>
        </p:nvSpPr>
        <p:spPr bwMode="auto">
          <a:xfrm>
            <a:off x="3124200" y="6448425"/>
            <a:ext cx="2895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Arial" pitchFamily="34" charset="0"/>
              <a:buChar char="•"/>
              <a:defRPr sz="3200">
                <a:solidFill>
                  <a:schemeClr val="tx1"/>
                </a:solidFill>
                <a:latin typeface="Calibri" pitchFamily="34" charset="0"/>
                <a:ea typeface="ＭＳ Ｐゴシック" pitchFamily="34" charset="-128"/>
              </a:defRPr>
            </a:lvl1pPr>
            <a:lvl2pPr marL="742950" indent="-285750" eaLnBrk="0" hangingPunct="0">
              <a:spcBef>
                <a:spcPct val="20000"/>
              </a:spcBef>
              <a:buFont typeface="Arial" pitchFamily="34" charset="0"/>
              <a:buChar char="–"/>
              <a:defRPr sz="2800">
                <a:solidFill>
                  <a:schemeClr val="tx1"/>
                </a:solidFill>
                <a:latin typeface="Calibri" pitchFamily="34" charset="0"/>
                <a:ea typeface="ＭＳ Ｐゴシック" pitchFamily="34" charset="-128"/>
              </a:defRPr>
            </a:lvl2pPr>
            <a:lvl3pPr marL="1143000" indent="-228600" eaLnBrk="0" hangingPunct="0">
              <a:spcBef>
                <a:spcPct val="20000"/>
              </a:spcBef>
              <a:buFont typeface="Arial" pitchFamily="34" charset="0"/>
              <a:buChar char="•"/>
              <a:defRPr sz="2400">
                <a:solidFill>
                  <a:schemeClr val="tx1"/>
                </a:solidFill>
                <a:latin typeface="Calibri" pitchFamily="34" charset="0"/>
                <a:ea typeface="ＭＳ Ｐゴシック" pitchFamily="34" charset="-128"/>
              </a:defRPr>
            </a:lvl3pPr>
            <a:lvl4pPr marL="16002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4pPr>
            <a:lvl5pPr marL="20574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5pPr>
            <a:lvl6pPr marL="25146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6pPr>
            <a:lvl7pPr marL="29718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7pPr>
            <a:lvl8pPr marL="34290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8pPr>
            <a:lvl9pPr marL="38862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9pPr>
          </a:lstStyle>
          <a:p>
            <a:pPr algn="ctr" eaLnBrk="1" hangingPunct="1">
              <a:spcBef>
                <a:spcPct val="0"/>
              </a:spcBef>
              <a:buFontTx/>
              <a:buNone/>
            </a:pPr>
            <a:fld id="{5F398ED3-AA87-4ED1-9AC7-97D148E6DD03}" type="slidenum">
              <a:rPr lang="en-US" altLang="en-US" sz="1200" smtClean="0">
                <a:solidFill>
                  <a:srgbClr val="898989"/>
                </a:solidFill>
              </a:rPr>
              <a:pPr algn="ctr" eaLnBrk="1" hangingPunct="1">
                <a:spcBef>
                  <a:spcPct val="0"/>
                </a:spcBef>
                <a:buFontTx/>
                <a:buNone/>
              </a:pPr>
              <a:t>72</a:t>
            </a:fld>
            <a:endParaRPr lang="en-US" altLang="en-US" sz="1200" smtClean="0">
              <a:solidFill>
                <a:srgbClr val="898989"/>
              </a:solidFill>
            </a:endParaRPr>
          </a:p>
        </p:txBody>
      </p:sp>
      <p:pic>
        <p:nvPicPr>
          <p:cNvPr id="121860" name="Picture 6" descr="Screen Shot 2014-10-12 at 1.47.30 PM.pn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375275" y="3573463"/>
            <a:ext cx="3527425" cy="287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7"/>
          <p:cNvSpPr/>
          <p:nvPr/>
        </p:nvSpPr>
        <p:spPr>
          <a:xfrm>
            <a:off x="3909878" y="188640"/>
            <a:ext cx="2595708" cy="769441"/>
          </a:xfrm>
          <a:prstGeom prst="rect">
            <a:avLst/>
          </a:prstGeom>
          <a:noFill/>
        </p:spPr>
        <p:txBody>
          <a:bodyPr wrap="none">
            <a:spAutoFit/>
          </a:bodyPr>
          <a:lstStyle/>
          <a:p>
            <a:pPr algn="ctr" fontAlgn="base">
              <a:spcBef>
                <a:spcPct val="0"/>
              </a:spcBef>
              <a:spcAft>
                <a:spcPct val="0"/>
              </a:spcAft>
              <a:defRPr/>
            </a:pPr>
            <a:r>
              <a:rPr lang="en-US" sz="4400" b="1" dirty="0">
                <a:ln w="1905"/>
                <a:gradFill>
                  <a:gsLst>
                    <a:gs pos="0">
                      <a:srgbClr val="F79646">
                        <a:shade val="20000"/>
                        <a:satMod val="200000"/>
                      </a:srgbClr>
                    </a:gs>
                    <a:gs pos="78000">
                      <a:srgbClr val="F79646">
                        <a:tint val="90000"/>
                        <a:shade val="89000"/>
                        <a:satMod val="220000"/>
                      </a:srgbClr>
                    </a:gs>
                    <a:gs pos="100000">
                      <a:srgbClr val="F79646">
                        <a:tint val="12000"/>
                        <a:satMod val="255000"/>
                      </a:srgbClr>
                    </a:gs>
                  </a:gsLst>
                  <a:lin ang="5400000"/>
                </a:gradFill>
                <a:effectLst>
                  <a:innerShdw blurRad="69850" dist="43180" dir="5400000">
                    <a:srgbClr val="000000">
                      <a:alpha val="65000"/>
                    </a:srgbClr>
                  </a:innerShdw>
                </a:effectLst>
                <a:ea typeface="ＭＳ Ｐゴシック" charset="0"/>
                <a:cs typeface="ＭＳ Ｐゴシック" charset="0"/>
              </a:rPr>
              <a:t>Example 1</a:t>
            </a:r>
          </a:p>
        </p:txBody>
      </p:sp>
    </p:spTree>
    <p:extLst>
      <p:ext uri="{BB962C8B-B14F-4D97-AF65-F5344CB8AC3E}">
        <p14:creationId xmlns:p14="http://schemas.microsoft.com/office/powerpoint/2010/main" val="212870023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Content Placeholder 5"/>
          <p:cNvSpPr>
            <a:spLocks noGrp="1"/>
          </p:cNvSpPr>
          <p:nvPr>
            <p:ph idx="1"/>
          </p:nvPr>
        </p:nvSpPr>
        <p:spPr>
          <a:xfrm>
            <a:off x="468313" y="1196975"/>
            <a:ext cx="8424862" cy="4662488"/>
          </a:xfrm>
        </p:spPr>
        <p:txBody>
          <a:bodyPr/>
          <a:lstStyle/>
          <a:p>
            <a:r>
              <a:rPr lang="en-US" altLang="en-US" smtClean="0"/>
              <a:t>Let's use letters for the flavors: </a:t>
            </a:r>
          </a:p>
          <a:p>
            <a:pPr>
              <a:buFont typeface="Arial" pitchFamily="34" charset="0"/>
              <a:buNone/>
            </a:pPr>
            <a:r>
              <a:rPr lang="en-US" altLang="en-US" smtClean="0"/>
              <a:t>			</a:t>
            </a:r>
            <a:r>
              <a:rPr lang="en-US" altLang="en-US" sz="4400" smtClean="0"/>
              <a:t>{b, c, l, s, v} </a:t>
            </a:r>
          </a:p>
          <a:p>
            <a:r>
              <a:rPr lang="en-US" altLang="en-US" smtClean="0"/>
              <a:t>Example selections would be </a:t>
            </a:r>
          </a:p>
          <a:p>
            <a:pPr lvl="1">
              <a:buFont typeface="Wingdings" pitchFamily="2" charset="2"/>
              <a:buChar char="§"/>
            </a:pPr>
            <a:r>
              <a:rPr lang="en-US" altLang="en-US" smtClean="0"/>
              <a:t>{c, c, c} (3 scoops of chocolate)</a:t>
            </a:r>
          </a:p>
          <a:p>
            <a:pPr lvl="1">
              <a:buFont typeface="Wingdings" pitchFamily="2" charset="2"/>
              <a:buChar char="§"/>
            </a:pPr>
            <a:r>
              <a:rPr lang="en-US" altLang="en-US" smtClean="0"/>
              <a:t>{b, l, v} (one each of banana, lemon and vanilla)</a:t>
            </a:r>
          </a:p>
          <a:p>
            <a:pPr lvl="1">
              <a:buFont typeface="Wingdings" pitchFamily="2" charset="2"/>
              <a:buChar char="§"/>
            </a:pPr>
            <a:r>
              <a:rPr lang="en-US" altLang="en-US" smtClean="0"/>
              <a:t>{b, v, v} (one of banana, two of vanilla)</a:t>
            </a:r>
          </a:p>
          <a:p>
            <a:r>
              <a:rPr lang="en-US" altLang="en-US" sz="2800" smtClean="0"/>
              <a:t>(And just to be clear: There are </a:t>
            </a:r>
            <a:r>
              <a:rPr lang="en-US" altLang="en-US" sz="2800" b="1" i="1" smtClean="0"/>
              <a:t>n</a:t>
            </a:r>
            <a:r>
              <a:rPr lang="en-US" altLang="en-US" sz="2800" b="1" smtClean="0"/>
              <a:t>=5</a:t>
            </a:r>
            <a:r>
              <a:rPr lang="en-US" altLang="en-US" sz="2800" smtClean="0"/>
              <a:t> things to choose from, and you choose </a:t>
            </a:r>
            <a:r>
              <a:rPr lang="en-US" altLang="en-US" sz="2800" b="1" i="1" smtClean="0"/>
              <a:t>r </a:t>
            </a:r>
            <a:r>
              <a:rPr lang="en-US" altLang="en-US" sz="2800" b="1" smtClean="0"/>
              <a:t>= 3</a:t>
            </a:r>
            <a:r>
              <a:rPr lang="en-US" altLang="en-US" sz="2800" smtClean="0"/>
              <a:t> of them. Order does not matter, and you </a:t>
            </a:r>
            <a:r>
              <a:rPr lang="en-US" altLang="en-US" sz="2800" b="1" smtClean="0"/>
              <a:t>can</a:t>
            </a:r>
            <a:r>
              <a:rPr lang="en-US" altLang="en-US" sz="2800" smtClean="0"/>
              <a:t> repeat!)</a:t>
            </a:r>
          </a:p>
        </p:txBody>
      </p:sp>
      <p:sp>
        <p:nvSpPr>
          <p:cNvPr id="122883" name="Slide Number Placeholder 3"/>
          <p:cNvSpPr>
            <a:spLocks noGrp="1"/>
          </p:cNvSpPr>
          <p:nvPr>
            <p:ph type="sldNum" sz="quarter" idx="12"/>
          </p:nvPr>
        </p:nvSpPr>
        <p:spPr bwMode="auto">
          <a:xfrm>
            <a:off x="3124200" y="6519863"/>
            <a:ext cx="2895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Arial" pitchFamily="34" charset="0"/>
              <a:buChar char="•"/>
              <a:defRPr sz="3200">
                <a:solidFill>
                  <a:schemeClr val="tx1"/>
                </a:solidFill>
                <a:latin typeface="Calibri" pitchFamily="34" charset="0"/>
                <a:ea typeface="ＭＳ Ｐゴシック" pitchFamily="34" charset="-128"/>
              </a:defRPr>
            </a:lvl1pPr>
            <a:lvl2pPr marL="742950" indent="-285750" eaLnBrk="0" hangingPunct="0">
              <a:spcBef>
                <a:spcPct val="20000"/>
              </a:spcBef>
              <a:buFont typeface="Arial" pitchFamily="34" charset="0"/>
              <a:buChar char="–"/>
              <a:defRPr sz="2800">
                <a:solidFill>
                  <a:schemeClr val="tx1"/>
                </a:solidFill>
                <a:latin typeface="Calibri" pitchFamily="34" charset="0"/>
                <a:ea typeface="ＭＳ Ｐゴシック" pitchFamily="34" charset="-128"/>
              </a:defRPr>
            </a:lvl2pPr>
            <a:lvl3pPr marL="1143000" indent="-228600" eaLnBrk="0" hangingPunct="0">
              <a:spcBef>
                <a:spcPct val="20000"/>
              </a:spcBef>
              <a:buFont typeface="Arial" pitchFamily="34" charset="0"/>
              <a:buChar char="•"/>
              <a:defRPr sz="2400">
                <a:solidFill>
                  <a:schemeClr val="tx1"/>
                </a:solidFill>
                <a:latin typeface="Calibri" pitchFamily="34" charset="0"/>
                <a:ea typeface="ＭＳ Ｐゴシック" pitchFamily="34" charset="-128"/>
              </a:defRPr>
            </a:lvl3pPr>
            <a:lvl4pPr marL="16002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4pPr>
            <a:lvl5pPr marL="20574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5pPr>
            <a:lvl6pPr marL="25146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6pPr>
            <a:lvl7pPr marL="29718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7pPr>
            <a:lvl8pPr marL="34290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8pPr>
            <a:lvl9pPr marL="38862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9pPr>
          </a:lstStyle>
          <a:p>
            <a:pPr algn="ctr" eaLnBrk="1" hangingPunct="1">
              <a:spcBef>
                <a:spcPct val="0"/>
              </a:spcBef>
              <a:buFontTx/>
              <a:buNone/>
            </a:pPr>
            <a:fld id="{AF72DA4B-24A7-4264-929F-43B5850B673E}" type="slidenum">
              <a:rPr lang="en-US" altLang="en-US" sz="1200" smtClean="0">
                <a:solidFill>
                  <a:srgbClr val="898989"/>
                </a:solidFill>
              </a:rPr>
              <a:pPr algn="ctr" eaLnBrk="1" hangingPunct="1">
                <a:spcBef>
                  <a:spcPct val="0"/>
                </a:spcBef>
                <a:buFontTx/>
                <a:buNone/>
              </a:pPr>
              <a:t>73</a:t>
            </a:fld>
            <a:endParaRPr lang="en-US" altLang="en-US" sz="1200" smtClean="0">
              <a:solidFill>
                <a:srgbClr val="898989"/>
              </a:solidFill>
            </a:endParaRPr>
          </a:p>
        </p:txBody>
      </p:sp>
    </p:spTree>
    <p:extLst>
      <p:ext uri="{BB962C8B-B14F-4D97-AF65-F5344CB8AC3E}">
        <p14:creationId xmlns:p14="http://schemas.microsoft.com/office/powerpoint/2010/main" val="353820965"/>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Content Placeholder 2"/>
          <p:cNvSpPr>
            <a:spLocks noGrp="1"/>
          </p:cNvSpPr>
          <p:nvPr>
            <p:ph idx="1"/>
          </p:nvPr>
        </p:nvSpPr>
        <p:spPr>
          <a:xfrm>
            <a:off x="468313" y="1412875"/>
            <a:ext cx="8229600" cy="4525963"/>
          </a:xfrm>
        </p:spPr>
        <p:txBody>
          <a:bodyPr/>
          <a:lstStyle/>
          <a:p>
            <a:r>
              <a:rPr lang="en-US" altLang="en-US" smtClean="0"/>
              <a:t>Solution:</a:t>
            </a:r>
          </a:p>
        </p:txBody>
      </p:sp>
      <p:sp>
        <p:nvSpPr>
          <p:cNvPr id="123907" name="Slide Number Placeholder 3"/>
          <p:cNvSpPr>
            <a:spLocks noGrp="1"/>
          </p:cNvSpPr>
          <p:nvPr>
            <p:ph type="sldNum" sz="quarter" idx="12"/>
          </p:nvPr>
        </p:nvSpPr>
        <p:spPr bwMode="auto">
          <a:xfrm>
            <a:off x="3124200" y="6519863"/>
            <a:ext cx="2895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Arial" pitchFamily="34" charset="0"/>
              <a:buChar char="•"/>
              <a:defRPr sz="3200">
                <a:solidFill>
                  <a:schemeClr val="tx1"/>
                </a:solidFill>
                <a:latin typeface="Calibri" pitchFamily="34" charset="0"/>
                <a:ea typeface="ＭＳ Ｐゴシック" pitchFamily="34" charset="-128"/>
              </a:defRPr>
            </a:lvl1pPr>
            <a:lvl2pPr marL="742950" indent="-285750" eaLnBrk="0" hangingPunct="0">
              <a:spcBef>
                <a:spcPct val="20000"/>
              </a:spcBef>
              <a:buFont typeface="Arial" pitchFamily="34" charset="0"/>
              <a:buChar char="–"/>
              <a:defRPr sz="2800">
                <a:solidFill>
                  <a:schemeClr val="tx1"/>
                </a:solidFill>
                <a:latin typeface="Calibri" pitchFamily="34" charset="0"/>
                <a:ea typeface="ＭＳ Ｐゴシック" pitchFamily="34" charset="-128"/>
              </a:defRPr>
            </a:lvl2pPr>
            <a:lvl3pPr marL="1143000" indent="-228600" eaLnBrk="0" hangingPunct="0">
              <a:spcBef>
                <a:spcPct val="20000"/>
              </a:spcBef>
              <a:buFont typeface="Arial" pitchFamily="34" charset="0"/>
              <a:buChar char="•"/>
              <a:defRPr sz="2400">
                <a:solidFill>
                  <a:schemeClr val="tx1"/>
                </a:solidFill>
                <a:latin typeface="Calibri" pitchFamily="34" charset="0"/>
                <a:ea typeface="ＭＳ Ｐゴシック" pitchFamily="34" charset="-128"/>
              </a:defRPr>
            </a:lvl3pPr>
            <a:lvl4pPr marL="16002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4pPr>
            <a:lvl5pPr marL="20574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5pPr>
            <a:lvl6pPr marL="25146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6pPr>
            <a:lvl7pPr marL="29718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7pPr>
            <a:lvl8pPr marL="34290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8pPr>
            <a:lvl9pPr marL="38862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9pPr>
          </a:lstStyle>
          <a:p>
            <a:pPr algn="ctr" eaLnBrk="1" hangingPunct="1">
              <a:spcBef>
                <a:spcPct val="0"/>
              </a:spcBef>
              <a:buFontTx/>
              <a:buNone/>
            </a:pPr>
            <a:fld id="{613A9ADD-E97D-48C4-9ED7-00A64FCD380D}" type="slidenum">
              <a:rPr lang="en-US" altLang="en-US" sz="1200" smtClean="0">
                <a:solidFill>
                  <a:srgbClr val="898989"/>
                </a:solidFill>
              </a:rPr>
              <a:pPr algn="ctr" eaLnBrk="1" hangingPunct="1">
                <a:spcBef>
                  <a:spcPct val="0"/>
                </a:spcBef>
                <a:buFontTx/>
                <a:buNone/>
              </a:pPr>
              <a:t>74</a:t>
            </a:fld>
            <a:endParaRPr lang="en-US" altLang="en-US" sz="1200" smtClean="0">
              <a:solidFill>
                <a:srgbClr val="898989"/>
              </a:solidFill>
            </a:endParaRPr>
          </a:p>
        </p:txBody>
      </p:sp>
      <p:graphicFrame>
        <p:nvGraphicFramePr>
          <p:cNvPr id="284675" name="Content Placeholder 4"/>
          <p:cNvGraphicFramePr>
            <a:graphicFrameLocks noChangeAspect="1"/>
          </p:cNvGraphicFramePr>
          <p:nvPr/>
        </p:nvGraphicFramePr>
        <p:xfrm>
          <a:off x="323850" y="2852738"/>
          <a:ext cx="8643938" cy="2130425"/>
        </p:xfrm>
        <a:graphic>
          <a:graphicData uri="http://schemas.openxmlformats.org/presentationml/2006/ole">
            <mc:AlternateContent xmlns:mc="http://schemas.openxmlformats.org/markup-compatibility/2006">
              <mc:Choice xmlns:v="urn:schemas-microsoft-com:vml" Requires="v">
                <p:oleObj spid="_x0000_s9223" name="Equation" r:id="rId3" imgW="3606341" imgH="939754" progId="Equation.3">
                  <p:embed/>
                </p:oleObj>
              </mc:Choice>
              <mc:Fallback>
                <p:oleObj name="Equation" r:id="rId3" imgW="3606341" imgH="939754"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3850" y="2852738"/>
                        <a:ext cx="8643938" cy="2130425"/>
                      </a:xfrm>
                      <a:prstGeom prst="rect">
                        <a:avLst/>
                      </a:prstGeom>
                      <a:solidFill>
                        <a:srgbClr val="CCFFCC"/>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391596884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8467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Slide Number Placeholder 2"/>
          <p:cNvSpPr>
            <a:spLocks noGrp="1"/>
          </p:cNvSpPr>
          <p:nvPr>
            <p:ph type="sldNum" sz="quarter" idx="12"/>
          </p:nvPr>
        </p:nvSpPr>
        <p:spPr bwMode="auto">
          <a:xfrm>
            <a:off x="3124200" y="6519863"/>
            <a:ext cx="2895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Arial" pitchFamily="34" charset="0"/>
              <a:buChar char="•"/>
              <a:defRPr sz="3200">
                <a:solidFill>
                  <a:schemeClr val="tx1"/>
                </a:solidFill>
                <a:latin typeface="Calibri" pitchFamily="34" charset="0"/>
                <a:ea typeface="ＭＳ Ｐゴシック" pitchFamily="34" charset="-128"/>
              </a:defRPr>
            </a:lvl1pPr>
            <a:lvl2pPr marL="742950" indent="-285750" eaLnBrk="0" hangingPunct="0">
              <a:spcBef>
                <a:spcPct val="20000"/>
              </a:spcBef>
              <a:buFont typeface="Arial" pitchFamily="34" charset="0"/>
              <a:buChar char="–"/>
              <a:defRPr sz="2800">
                <a:solidFill>
                  <a:schemeClr val="tx1"/>
                </a:solidFill>
                <a:latin typeface="Calibri" pitchFamily="34" charset="0"/>
                <a:ea typeface="ＭＳ Ｐゴシック" pitchFamily="34" charset="-128"/>
              </a:defRPr>
            </a:lvl2pPr>
            <a:lvl3pPr marL="1143000" indent="-228600" eaLnBrk="0" hangingPunct="0">
              <a:spcBef>
                <a:spcPct val="20000"/>
              </a:spcBef>
              <a:buFont typeface="Arial" pitchFamily="34" charset="0"/>
              <a:buChar char="•"/>
              <a:defRPr sz="2400">
                <a:solidFill>
                  <a:schemeClr val="tx1"/>
                </a:solidFill>
                <a:latin typeface="Calibri" pitchFamily="34" charset="0"/>
                <a:ea typeface="ＭＳ Ｐゴシック" pitchFamily="34" charset="-128"/>
              </a:defRPr>
            </a:lvl3pPr>
            <a:lvl4pPr marL="16002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4pPr>
            <a:lvl5pPr marL="20574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5pPr>
            <a:lvl6pPr marL="25146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6pPr>
            <a:lvl7pPr marL="29718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7pPr>
            <a:lvl8pPr marL="34290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8pPr>
            <a:lvl9pPr marL="38862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9pPr>
          </a:lstStyle>
          <a:p>
            <a:pPr algn="ctr" eaLnBrk="1" hangingPunct="1">
              <a:spcBef>
                <a:spcPct val="0"/>
              </a:spcBef>
              <a:buFontTx/>
              <a:buNone/>
            </a:pPr>
            <a:fld id="{6EC79BCC-EF21-474C-BEA5-853B7A69637F}" type="slidenum">
              <a:rPr lang="en-US" altLang="en-US" sz="1200" smtClean="0">
                <a:solidFill>
                  <a:srgbClr val="898989"/>
                </a:solidFill>
              </a:rPr>
              <a:pPr algn="ctr" eaLnBrk="1" hangingPunct="1">
                <a:spcBef>
                  <a:spcPct val="0"/>
                </a:spcBef>
                <a:buFontTx/>
                <a:buNone/>
              </a:pPr>
              <a:t>75</a:t>
            </a:fld>
            <a:endParaRPr lang="en-US" altLang="en-US" sz="1200" smtClean="0">
              <a:solidFill>
                <a:srgbClr val="898989"/>
              </a:solidFill>
            </a:endParaRPr>
          </a:p>
        </p:txBody>
      </p:sp>
      <p:sp>
        <p:nvSpPr>
          <p:cNvPr id="4" name="Rectangle 3"/>
          <p:cNvSpPr/>
          <p:nvPr/>
        </p:nvSpPr>
        <p:spPr>
          <a:xfrm>
            <a:off x="3909878" y="188640"/>
            <a:ext cx="2595708" cy="769441"/>
          </a:xfrm>
          <a:prstGeom prst="rect">
            <a:avLst/>
          </a:prstGeom>
          <a:noFill/>
        </p:spPr>
        <p:txBody>
          <a:bodyPr wrap="none">
            <a:spAutoFit/>
          </a:bodyPr>
          <a:lstStyle/>
          <a:p>
            <a:pPr algn="ctr" fontAlgn="base">
              <a:spcBef>
                <a:spcPct val="0"/>
              </a:spcBef>
              <a:spcAft>
                <a:spcPct val="0"/>
              </a:spcAft>
              <a:defRPr/>
            </a:pPr>
            <a:r>
              <a:rPr lang="en-US" sz="4400" b="1" dirty="0">
                <a:ln w="1905"/>
                <a:gradFill>
                  <a:gsLst>
                    <a:gs pos="0">
                      <a:srgbClr val="F79646">
                        <a:shade val="20000"/>
                        <a:satMod val="200000"/>
                      </a:srgbClr>
                    </a:gs>
                    <a:gs pos="78000">
                      <a:srgbClr val="F79646">
                        <a:tint val="90000"/>
                        <a:shade val="89000"/>
                        <a:satMod val="220000"/>
                      </a:srgbClr>
                    </a:gs>
                    <a:gs pos="100000">
                      <a:srgbClr val="F79646">
                        <a:tint val="12000"/>
                        <a:satMod val="255000"/>
                      </a:srgbClr>
                    </a:gs>
                  </a:gsLst>
                  <a:lin ang="5400000"/>
                </a:gradFill>
                <a:effectLst>
                  <a:innerShdw blurRad="69850" dist="43180" dir="5400000">
                    <a:srgbClr val="000000">
                      <a:alpha val="65000"/>
                    </a:srgbClr>
                  </a:innerShdw>
                </a:effectLst>
                <a:ea typeface="ＭＳ Ｐゴシック" charset="0"/>
                <a:cs typeface="ＭＳ Ｐゴシック" charset="0"/>
              </a:rPr>
              <a:t>Example 2</a:t>
            </a:r>
          </a:p>
        </p:txBody>
      </p:sp>
      <p:pic>
        <p:nvPicPr>
          <p:cNvPr id="124932" name="Picture 1" descr="Screen Shot 2014-10-12 at 2.17.51 PM.pn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11200" y="1485900"/>
            <a:ext cx="7721600" cy="3886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68946888"/>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Slide Number Placeholder 2"/>
          <p:cNvSpPr>
            <a:spLocks noGrp="1"/>
          </p:cNvSpPr>
          <p:nvPr>
            <p:ph type="sldNum" sz="quarter" idx="12"/>
          </p:nvPr>
        </p:nvSpPr>
        <p:spPr bwMode="auto">
          <a:xfrm>
            <a:off x="3124200" y="6519863"/>
            <a:ext cx="2895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Arial" pitchFamily="34" charset="0"/>
              <a:buChar char="•"/>
              <a:defRPr sz="3200">
                <a:solidFill>
                  <a:schemeClr val="tx1"/>
                </a:solidFill>
                <a:latin typeface="Calibri" pitchFamily="34" charset="0"/>
                <a:ea typeface="ＭＳ Ｐゴシック" pitchFamily="34" charset="-128"/>
              </a:defRPr>
            </a:lvl1pPr>
            <a:lvl2pPr marL="742950" indent="-285750" eaLnBrk="0" hangingPunct="0">
              <a:spcBef>
                <a:spcPct val="20000"/>
              </a:spcBef>
              <a:buFont typeface="Arial" pitchFamily="34" charset="0"/>
              <a:buChar char="–"/>
              <a:defRPr sz="2800">
                <a:solidFill>
                  <a:schemeClr val="tx1"/>
                </a:solidFill>
                <a:latin typeface="Calibri" pitchFamily="34" charset="0"/>
                <a:ea typeface="ＭＳ Ｐゴシック" pitchFamily="34" charset="-128"/>
              </a:defRPr>
            </a:lvl2pPr>
            <a:lvl3pPr marL="1143000" indent="-228600" eaLnBrk="0" hangingPunct="0">
              <a:spcBef>
                <a:spcPct val="20000"/>
              </a:spcBef>
              <a:buFont typeface="Arial" pitchFamily="34" charset="0"/>
              <a:buChar char="•"/>
              <a:defRPr sz="2400">
                <a:solidFill>
                  <a:schemeClr val="tx1"/>
                </a:solidFill>
                <a:latin typeface="Calibri" pitchFamily="34" charset="0"/>
                <a:ea typeface="ＭＳ Ｐゴシック" pitchFamily="34" charset="-128"/>
              </a:defRPr>
            </a:lvl3pPr>
            <a:lvl4pPr marL="16002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4pPr>
            <a:lvl5pPr marL="20574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5pPr>
            <a:lvl6pPr marL="25146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6pPr>
            <a:lvl7pPr marL="29718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7pPr>
            <a:lvl8pPr marL="34290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8pPr>
            <a:lvl9pPr marL="38862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9pPr>
          </a:lstStyle>
          <a:p>
            <a:pPr algn="ctr" eaLnBrk="1" hangingPunct="1">
              <a:spcBef>
                <a:spcPct val="0"/>
              </a:spcBef>
              <a:buFontTx/>
              <a:buNone/>
            </a:pPr>
            <a:fld id="{BF9B79E3-6CBE-432B-86C2-313A080FFC04}" type="slidenum">
              <a:rPr lang="en-US" altLang="en-US" sz="1200" smtClean="0">
                <a:solidFill>
                  <a:srgbClr val="898989"/>
                </a:solidFill>
              </a:rPr>
              <a:pPr algn="ctr" eaLnBrk="1" hangingPunct="1">
                <a:spcBef>
                  <a:spcPct val="0"/>
                </a:spcBef>
                <a:buFontTx/>
                <a:buNone/>
              </a:pPr>
              <a:t>76</a:t>
            </a:fld>
            <a:endParaRPr lang="en-US" altLang="en-US" sz="1200" smtClean="0">
              <a:solidFill>
                <a:srgbClr val="898989"/>
              </a:solidFill>
            </a:endParaRPr>
          </a:p>
        </p:txBody>
      </p:sp>
      <p:sp>
        <p:nvSpPr>
          <p:cNvPr id="5" name="Rectangle 4"/>
          <p:cNvSpPr/>
          <p:nvPr/>
        </p:nvSpPr>
        <p:spPr>
          <a:xfrm>
            <a:off x="3909878" y="188640"/>
            <a:ext cx="2595708" cy="769441"/>
          </a:xfrm>
          <a:prstGeom prst="rect">
            <a:avLst/>
          </a:prstGeom>
          <a:noFill/>
        </p:spPr>
        <p:txBody>
          <a:bodyPr wrap="none">
            <a:spAutoFit/>
          </a:bodyPr>
          <a:lstStyle/>
          <a:p>
            <a:pPr algn="ctr" fontAlgn="base">
              <a:spcBef>
                <a:spcPct val="0"/>
              </a:spcBef>
              <a:spcAft>
                <a:spcPct val="0"/>
              </a:spcAft>
              <a:defRPr/>
            </a:pPr>
            <a:r>
              <a:rPr lang="en-US" sz="4400" b="1" dirty="0">
                <a:ln w="1905"/>
                <a:gradFill>
                  <a:gsLst>
                    <a:gs pos="0">
                      <a:srgbClr val="F79646">
                        <a:shade val="20000"/>
                        <a:satMod val="200000"/>
                      </a:srgbClr>
                    </a:gs>
                    <a:gs pos="78000">
                      <a:srgbClr val="F79646">
                        <a:tint val="90000"/>
                        <a:shade val="89000"/>
                        <a:satMod val="220000"/>
                      </a:srgbClr>
                    </a:gs>
                    <a:gs pos="100000">
                      <a:srgbClr val="F79646">
                        <a:tint val="12000"/>
                        <a:satMod val="255000"/>
                      </a:srgbClr>
                    </a:gs>
                  </a:gsLst>
                  <a:lin ang="5400000"/>
                </a:gradFill>
                <a:effectLst>
                  <a:innerShdw blurRad="69850" dist="43180" dir="5400000">
                    <a:srgbClr val="000000">
                      <a:alpha val="65000"/>
                    </a:srgbClr>
                  </a:innerShdw>
                </a:effectLst>
                <a:ea typeface="ＭＳ Ｐゴシック" charset="0"/>
                <a:cs typeface="ＭＳ Ｐゴシック" charset="0"/>
              </a:rPr>
              <a:t>Example 3</a:t>
            </a:r>
          </a:p>
        </p:txBody>
      </p:sp>
      <p:pic>
        <p:nvPicPr>
          <p:cNvPr id="125956" name="Picture 5" descr="Screen Shot 2014-10-12 at 2.23.35 PM.pn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292725" y="2492375"/>
            <a:ext cx="3455988" cy="2952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5957" name="TextBox 6"/>
          <p:cNvSpPr txBox="1">
            <a:spLocks noChangeArrowheads="1"/>
          </p:cNvSpPr>
          <p:nvPr/>
        </p:nvSpPr>
        <p:spPr bwMode="auto">
          <a:xfrm>
            <a:off x="468313" y="1125538"/>
            <a:ext cx="7991475" cy="138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Arial" pitchFamily="34" charset="0"/>
              <a:buChar char="•"/>
              <a:defRPr sz="3200">
                <a:solidFill>
                  <a:schemeClr val="tx1"/>
                </a:solidFill>
                <a:latin typeface="Calibri" pitchFamily="34" charset="0"/>
                <a:ea typeface="ＭＳ Ｐゴシック" pitchFamily="34" charset="-128"/>
              </a:defRPr>
            </a:lvl1pPr>
            <a:lvl2pPr marL="742950" indent="-285750" eaLnBrk="0" hangingPunct="0">
              <a:spcBef>
                <a:spcPct val="20000"/>
              </a:spcBef>
              <a:buFont typeface="Arial" pitchFamily="34" charset="0"/>
              <a:buChar char="–"/>
              <a:defRPr sz="2800">
                <a:solidFill>
                  <a:schemeClr val="tx1"/>
                </a:solidFill>
                <a:latin typeface="Calibri" pitchFamily="34" charset="0"/>
                <a:ea typeface="ＭＳ Ｐゴシック" pitchFamily="34" charset="-128"/>
              </a:defRPr>
            </a:lvl2pPr>
            <a:lvl3pPr marL="1143000" indent="-228600" eaLnBrk="0" hangingPunct="0">
              <a:spcBef>
                <a:spcPct val="20000"/>
              </a:spcBef>
              <a:buFont typeface="Arial" pitchFamily="34" charset="0"/>
              <a:buChar char="•"/>
              <a:defRPr sz="2400">
                <a:solidFill>
                  <a:schemeClr val="tx1"/>
                </a:solidFill>
                <a:latin typeface="Calibri" pitchFamily="34" charset="0"/>
                <a:ea typeface="ＭＳ Ｐゴシック" pitchFamily="34" charset="-128"/>
              </a:defRPr>
            </a:lvl3pPr>
            <a:lvl4pPr marL="16002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4pPr>
            <a:lvl5pPr marL="20574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5pPr>
            <a:lvl6pPr marL="25146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6pPr>
            <a:lvl7pPr marL="29718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7pPr>
            <a:lvl8pPr marL="34290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8pPr>
            <a:lvl9pPr marL="38862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9pPr>
          </a:lstStyle>
          <a:p>
            <a:pPr eaLnBrk="1" fontAlgn="base" hangingPunct="1">
              <a:spcBef>
                <a:spcPct val="0"/>
              </a:spcBef>
              <a:spcAft>
                <a:spcPct val="0"/>
              </a:spcAft>
              <a:buFontTx/>
              <a:buNone/>
            </a:pPr>
            <a:r>
              <a:rPr lang="en-US" altLang="en-US" sz="2800">
                <a:solidFill>
                  <a:prstClr val="black"/>
                </a:solidFill>
              </a:rPr>
              <a:t>There is a box containing identical blue, green, pink, yellow, red and dark blue balls. In how many ways we can select 4 balls?</a:t>
            </a:r>
          </a:p>
        </p:txBody>
      </p:sp>
      <p:graphicFrame>
        <p:nvGraphicFramePr>
          <p:cNvPr id="125958" name="Object 8"/>
          <p:cNvGraphicFramePr>
            <a:graphicFrameLocks noChangeAspect="1"/>
          </p:cNvGraphicFramePr>
          <p:nvPr/>
        </p:nvGraphicFramePr>
        <p:xfrm>
          <a:off x="4495800" y="3308350"/>
          <a:ext cx="152400" cy="241300"/>
        </p:xfrm>
        <a:graphic>
          <a:graphicData uri="http://schemas.openxmlformats.org/presentationml/2006/ole">
            <mc:AlternateContent xmlns:mc="http://schemas.openxmlformats.org/markup-compatibility/2006">
              <mc:Choice xmlns:v="urn:schemas-microsoft-com:vml" Requires="v">
                <p:oleObj spid="_x0000_s10252" name="Equation" r:id="rId4" imgW="152400" imgH="241300" progId="Equation.3">
                  <p:embed/>
                </p:oleObj>
              </mc:Choice>
              <mc:Fallback>
                <p:oleObj name="Equation" r:id="rId4" imgW="152400" imgH="24130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495800" y="3308350"/>
                        <a:ext cx="152400" cy="241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 name="Object 9"/>
          <p:cNvGraphicFramePr>
            <a:graphicFrameLocks noChangeAspect="1"/>
          </p:cNvGraphicFramePr>
          <p:nvPr/>
        </p:nvGraphicFramePr>
        <p:xfrm>
          <a:off x="395288" y="5229225"/>
          <a:ext cx="4768850" cy="792163"/>
        </p:xfrm>
        <a:graphic>
          <a:graphicData uri="http://schemas.openxmlformats.org/presentationml/2006/ole">
            <mc:AlternateContent xmlns:mc="http://schemas.openxmlformats.org/markup-compatibility/2006">
              <mc:Choice xmlns:v="urn:schemas-microsoft-com:vml" Requires="v">
                <p:oleObj spid="_x0000_s10253" name="Equation" r:id="rId6" imgW="3975100" imgH="660400" progId="Equation.3">
                  <p:embed/>
                </p:oleObj>
              </mc:Choice>
              <mc:Fallback>
                <p:oleObj name="Equation" r:id="rId6" imgW="3975100" imgH="660400"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95288" y="5229225"/>
                        <a:ext cx="4768850" cy="792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1" name="TextBox 10"/>
          <p:cNvSpPr txBox="1"/>
          <p:nvPr/>
        </p:nvSpPr>
        <p:spPr>
          <a:xfrm>
            <a:off x="467544" y="4509120"/>
            <a:ext cx="1714532" cy="584776"/>
          </a:xfrm>
          <a:prstGeom prst="rect">
            <a:avLst/>
          </a:prstGeom>
          <a:noFill/>
        </p:spPr>
        <p:txBody>
          <a:bodyPr wrap="none">
            <a:spAutoFit/>
          </a:bodyPr>
          <a:lstStyle/>
          <a:p>
            <a:pPr fontAlgn="base">
              <a:spcBef>
                <a:spcPct val="0"/>
              </a:spcBef>
              <a:spcAft>
                <a:spcPct val="0"/>
              </a:spcAft>
              <a:defRPr/>
            </a:pPr>
            <a:r>
              <a:rPr lang="en-US" sz="3200" b="1" dirty="0">
                <a:ln w="1905"/>
                <a:gradFill>
                  <a:gsLst>
                    <a:gs pos="0">
                      <a:srgbClr val="F79646">
                        <a:shade val="20000"/>
                        <a:satMod val="200000"/>
                      </a:srgbClr>
                    </a:gs>
                    <a:gs pos="78000">
                      <a:srgbClr val="F79646">
                        <a:tint val="90000"/>
                        <a:shade val="89000"/>
                        <a:satMod val="220000"/>
                      </a:srgbClr>
                    </a:gs>
                    <a:gs pos="100000">
                      <a:srgbClr val="F79646">
                        <a:tint val="12000"/>
                        <a:satMod val="255000"/>
                      </a:srgbClr>
                    </a:gs>
                  </a:gsLst>
                  <a:lin ang="5400000"/>
                </a:gradFill>
                <a:effectLst>
                  <a:innerShdw blurRad="69850" dist="43180" dir="5400000">
                    <a:srgbClr val="000000">
                      <a:alpha val="65000"/>
                    </a:srgbClr>
                  </a:innerShdw>
                </a:effectLst>
                <a:ea typeface="ＭＳ Ｐゴシック" charset="0"/>
                <a:cs typeface="ＭＳ Ｐゴシック" charset="0"/>
              </a:rPr>
              <a:t>Solution:</a:t>
            </a:r>
          </a:p>
        </p:txBody>
      </p:sp>
    </p:spTree>
    <p:extLst>
      <p:ext uri="{BB962C8B-B14F-4D97-AF65-F5344CB8AC3E}">
        <p14:creationId xmlns:p14="http://schemas.microsoft.com/office/powerpoint/2010/main" val="218122467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p:tgtEl>
                                          <p:spTgt spid="11"/>
                                        </p:tgtEl>
                                        <p:attrNameLst>
                                          <p:attrName>ppt_y</p:attrName>
                                        </p:attrNameLst>
                                      </p:cBhvr>
                                      <p:tavLst>
                                        <p:tav tm="0">
                                          <p:val>
                                            <p:strVal val="#ppt_y+#ppt_h*1.125000"/>
                                          </p:val>
                                        </p:tav>
                                        <p:tav tm="100000">
                                          <p:val>
                                            <p:strVal val="#ppt_y"/>
                                          </p:val>
                                        </p:tav>
                                      </p:tavLst>
                                    </p:anim>
                                    <p:animEffect transition="in" filter="wipe(up)">
                                      <p:cBhvr>
                                        <p:cTn id="8" dur="500"/>
                                        <p:tgtEl>
                                          <p:spTgt spid="11"/>
                                        </p:tgtEl>
                                      </p:cBhvr>
                                    </p:animEffect>
                                  </p:childTnLst>
                                </p:cTn>
                              </p:par>
                              <p:par>
                                <p:cTn id="9" presetID="12" presetClass="entr" presetSubtype="4" fill="hold" nodeType="withEffect">
                                  <p:stCondLst>
                                    <p:cond delay="0"/>
                                  </p:stCondLst>
                                  <p:childTnLst>
                                    <p:set>
                                      <p:cBhvr>
                                        <p:cTn id="10" dur="1" fill="hold">
                                          <p:stCondLst>
                                            <p:cond delay="0"/>
                                          </p:stCondLst>
                                        </p:cTn>
                                        <p:tgtEl>
                                          <p:spTgt spid="10"/>
                                        </p:tgtEl>
                                        <p:attrNameLst>
                                          <p:attrName>style.visibility</p:attrName>
                                        </p:attrNameLst>
                                      </p:cBhvr>
                                      <p:to>
                                        <p:strVal val="visible"/>
                                      </p:to>
                                    </p:set>
                                    <p:anim calcmode="lin" valueType="num">
                                      <p:cBhvr additive="base">
                                        <p:cTn id="11" dur="500"/>
                                        <p:tgtEl>
                                          <p:spTgt spid="10"/>
                                        </p:tgtEl>
                                        <p:attrNameLst>
                                          <p:attrName>ppt_y</p:attrName>
                                        </p:attrNameLst>
                                      </p:cBhvr>
                                      <p:tavLst>
                                        <p:tav tm="0">
                                          <p:val>
                                            <p:strVal val="#ppt_y+#ppt_h*1.125000"/>
                                          </p:val>
                                        </p:tav>
                                        <p:tav tm="100000">
                                          <p:val>
                                            <p:strVal val="#ppt_y"/>
                                          </p:val>
                                        </p:tav>
                                      </p:tavLst>
                                    </p:anim>
                                    <p:animEffect transition="in" filter="wipe(up)">
                                      <p:cBhvr>
                                        <p:cTn id="1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Slide Number Placeholder 4"/>
          <p:cNvSpPr>
            <a:spLocks noGrp="1"/>
          </p:cNvSpPr>
          <p:nvPr>
            <p:ph type="sldNum" sz="quarter" idx="12"/>
          </p:nvPr>
        </p:nvSpPr>
        <p:spPr bwMode="auto">
          <a:xfrm>
            <a:off x="3124200" y="6519863"/>
            <a:ext cx="2895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Arial" pitchFamily="34" charset="0"/>
              <a:buChar char="•"/>
              <a:defRPr sz="3200">
                <a:solidFill>
                  <a:schemeClr val="tx1"/>
                </a:solidFill>
                <a:latin typeface="Calibri" pitchFamily="34" charset="0"/>
                <a:ea typeface="ＭＳ Ｐゴシック" pitchFamily="34" charset="-128"/>
              </a:defRPr>
            </a:lvl1pPr>
            <a:lvl2pPr marL="742950" indent="-285750" eaLnBrk="0" hangingPunct="0">
              <a:spcBef>
                <a:spcPct val="20000"/>
              </a:spcBef>
              <a:buFont typeface="Arial" pitchFamily="34" charset="0"/>
              <a:buChar char="–"/>
              <a:defRPr sz="2800">
                <a:solidFill>
                  <a:schemeClr val="tx1"/>
                </a:solidFill>
                <a:latin typeface="Calibri" pitchFamily="34" charset="0"/>
                <a:ea typeface="ＭＳ Ｐゴシック" pitchFamily="34" charset="-128"/>
              </a:defRPr>
            </a:lvl2pPr>
            <a:lvl3pPr marL="1143000" indent="-228600" eaLnBrk="0" hangingPunct="0">
              <a:spcBef>
                <a:spcPct val="20000"/>
              </a:spcBef>
              <a:buFont typeface="Arial" pitchFamily="34" charset="0"/>
              <a:buChar char="•"/>
              <a:defRPr sz="2400">
                <a:solidFill>
                  <a:schemeClr val="tx1"/>
                </a:solidFill>
                <a:latin typeface="Calibri" pitchFamily="34" charset="0"/>
                <a:ea typeface="ＭＳ Ｐゴシック" pitchFamily="34" charset="-128"/>
              </a:defRPr>
            </a:lvl3pPr>
            <a:lvl4pPr marL="16002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4pPr>
            <a:lvl5pPr marL="20574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5pPr>
            <a:lvl6pPr marL="25146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6pPr>
            <a:lvl7pPr marL="29718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7pPr>
            <a:lvl8pPr marL="34290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8pPr>
            <a:lvl9pPr marL="38862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9pPr>
          </a:lstStyle>
          <a:p>
            <a:pPr algn="ctr" eaLnBrk="1" hangingPunct="1">
              <a:spcBef>
                <a:spcPct val="0"/>
              </a:spcBef>
              <a:buFontTx/>
              <a:buNone/>
            </a:pPr>
            <a:fld id="{1C5C12EC-41C8-4117-91BA-DF3E5F33ED64}" type="slidenum">
              <a:rPr lang="en-US" altLang="en-US" sz="1200" smtClean="0">
                <a:solidFill>
                  <a:srgbClr val="898989"/>
                </a:solidFill>
              </a:rPr>
              <a:pPr algn="ctr" eaLnBrk="1" hangingPunct="1">
                <a:spcBef>
                  <a:spcPct val="0"/>
                </a:spcBef>
                <a:buFontTx/>
                <a:buNone/>
              </a:pPr>
              <a:t>77</a:t>
            </a:fld>
            <a:endParaRPr lang="en-US" altLang="en-US" sz="1200" smtClean="0">
              <a:solidFill>
                <a:srgbClr val="898989"/>
              </a:solidFill>
            </a:endParaRPr>
          </a:p>
        </p:txBody>
      </p:sp>
      <p:sp>
        <p:nvSpPr>
          <p:cNvPr id="45079" name="Rectangle 23"/>
          <p:cNvSpPr>
            <a:spLocks noGrp="1" noChangeArrowheads="1"/>
          </p:cNvSpPr>
          <p:nvPr>
            <p:ph type="title"/>
          </p:nvPr>
        </p:nvSpPr>
        <p:spPr>
          <a:xfrm>
            <a:off x="2555875" y="188913"/>
            <a:ext cx="6130925" cy="647700"/>
          </a:xfrm>
        </p:spPr>
        <p:style>
          <a:lnRef idx="2">
            <a:schemeClr val="accent2"/>
          </a:lnRef>
          <a:fillRef idx="1">
            <a:schemeClr val="lt1"/>
          </a:fillRef>
          <a:effectRef idx="0">
            <a:schemeClr val="accent2"/>
          </a:effectRef>
          <a:fontRef idx="minor">
            <a:schemeClr val="dk1"/>
          </a:fontRef>
        </p:style>
        <p:txBody>
          <a:bodyPr/>
          <a:lstStyle/>
          <a:p>
            <a:pPr>
              <a:defRPr/>
            </a:pPr>
            <a:r>
              <a:rPr lang="en-US" sz="4000" i="1" dirty="0" smtClean="0"/>
              <a:t>Summary </a:t>
            </a:r>
            <a:endParaRPr lang="en-US" sz="4000" dirty="0"/>
          </a:p>
        </p:txBody>
      </p:sp>
      <p:graphicFrame>
        <p:nvGraphicFramePr>
          <p:cNvPr id="45091" name="Group 35"/>
          <p:cNvGraphicFramePr>
            <a:graphicFrameLocks noGrp="1"/>
          </p:cNvGraphicFramePr>
          <p:nvPr>
            <p:ph idx="1"/>
          </p:nvPr>
        </p:nvGraphicFramePr>
        <p:xfrm>
          <a:off x="323850" y="1700213"/>
          <a:ext cx="8640763" cy="3886200"/>
        </p:xfrm>
        <a:graphic>
          <a:graphicData uri="http://schemas.openxmlformats.org/drawingml/2006/table">
            <a:tbl>
              <a:tblPr/>
              <a:tblGrid>
                <a:gridCol w="2223276"/>
                <a:gridCol w="3245088"/>
                <a:gridCol w="3172399"/>
              </a:tblGrid>
              <a:tr h="1295400">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sz="2800" b="0" i="0" u="none" strike="noStrike" cap="none" normalizeH="0" baseline="0" dirty="0" smtClean="0">
                        <a:ln>
                          <a:noFill/>
                        </a:ln>
                        <a:solidFill>
                          <a:schemeClr val="tx1"/>
                        </a:solidFill>
                        <a:effectLst/>
                        <a:latin typeface="Arial" charset="0"/>
                      </a:endParaRPr>
                    </a:p>
                  </a:txBody>
                  <a:tcPr marL="91438" marR="9143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2400" b="0" i="0" u="none" strike="noStrike" cap="none" normalizeH="0" baseline="0" dirty="0" smtClean="0">
                          <a:ln>
                            <a:noFill/>
                          </a:ln>
                          <a:solidFill>
                            <a:srgbClr val="0000FF"/>
                          </a:solidFill>
                          <a:effectLst/>
                          <a:latin typeface="Arial" charset="0"/>
                        </a:rPr>
                        <a:t>Order Matters </a:t>
                      </a:r>
                      <a:r>
                        <a:rPr kumimoji="0" lang="en-US" sz="2800" b="0" i="0" u="none" strike="noStrike" cap="none" normalizeH="0" baseline="0" dirty="0" smtClean="0">
                          <a:ln>
                            <a:noFill/>
                          </a:ln>
                          <a:solidFill>
                            <a:schemeClr val="tx1"/>
                          </a:solidFill>
                          <a:effectLst/>
                          <a:latin typeface="Arial" charset="0"/>
                        </a:rPr>
                        <a:t>(Permutations)</a:t>
                      </a:r>
                    </a:p>
                  </a:txBody>
                  <a:tcPr marL="91438" marR="9143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2400" b="0" i="0" u="none" strike="noStrike" cap="none" normalizeH="0" baseline="0" dirty="0" smtClean="0">
                          <a:ln>
                            <a:noFill/>
                          </a:ln>
                          <a:solidFill>
                            <a:srgbClr val="FF0000"/>
                          </a:solidFill>
                          <a:effectLst/>
                          <a:latin typeface="Arial" charset="0"/>
                        </a:rPr>
                        <a:t>Order Does Not Matter </a:t>
                      </a:r>
                      <a:r>
                        <a:rPr kumimoji="0" lang="en-US" sz="2800" b="0" i="0" u="none" strike="noStrike" cap="none" normalizeH="0" baseline="0" dirty="0" smtClean="0">
                          <a:ln>
                            <a:noFill/>
                          </a:ln>
                          <a:solidFill>
                            <a:schemeClr val="tx1"/>
                          </a:solidFill>
                          <a:effectLst/>
                          <a:latin typeface="Arial" charset="0"/>
                        </a:rPr>
                        <a:t>(Combinations)</a:t>
                      </a:r>
                    </a:p>
                  </a:txBody>
                  <a:tcPr marL="91438" marR="9143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295400">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2800" b="0" i="0" u="none" strike="noStrike" cap="none" normalizeH="0" baseline="0" dirty="0" smtClean="0">
                          <a:ln>
                            <a:noFill/>
                          </a:ln>
                          <a:solidFill>
                            <a:schemeClr val="tx1"/>
                          </a:solidFill>
                          <a:effectLst/>
                          <a:latin typeface="Arial" charset="0"/>
                        </a:rPr>
                        <a:t>Repetition is allowed</a:t>
                      </a:r>
                    </a:p>
                  </a:txBody>
                  <a:tcPr marL="91438" marR="9143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sz="2800" b="0" i="0" u="none" strike="noStrike" cap="none" normalizeH="0" baseline="0" smtClean="0">
                        <a:ln>
                          <a:noFill/>
                        </a:ln>
                        <a:solidFill>
                          <a:schemeClr val="tx1"/>
                        </a:solidFill>
                        <a:effectLst/>
                        <a:latin typeface="Arial" charset="0"/>
                      </a:endParaRPr>
                    </a:p>
                  </a:txBody>
                  <a:tcPr marL="91438" marR="9143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sz="2800" b="0" i="0" u="none" strike="noStrike" cap="none" normalizeH="0" baseline="0" smtClean="0">
                        <a:ln>
                          <a:noFill/>
                        </a:ln>
                        <a:solidFill>
                          <a:schemeClr val="tx1"/>
                        </a:solidFill>
                        <a:effectLst/>
                        <a:latin typeface="Arial" charset="0"/>
                      </a:endParaRPr>
                    </a:p>
                  </a:txBody>
                  <a:tcPr marL="91438" marR="9143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295400">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2800" b="0" i="0" u="none" strike="noStrike" cap="none" normalizeH="0" baseline="0" dirty="0" smtClean="0">
                          <a:ln>
                            <a:noFill/>
                          </a:ln>
                          <a:solidFill>
                            <a:schemeClr val="tx1"/>
                          </a:solidFill>
                          <a:effectLst/>
                          <a:latin typeface="Arial" charset="0"/>
                        </a:rPr>
                        <a:t>Repetition is not allowed</a:t>
                      </a:r>
                    </a:p>
                  </a:txBody>
                  <a:tcPr marL="91438" marR="9143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sz="2800" b="0" i="0" u="none" strike="noStrike" cap="none" normalizeH="0" baseline="0" dirty="0" smtClean="0">
                        <a:ln>
                          <a:noFill/>
                        </a:ln>
                        <a:solidFill>
                          <a:schemeClr val="tx1"/>
                        </a:solidFill>
                        <a:effectLst/>
                        <a:latin typeface="Arial" charset="0"/>
                      </a:endParaRPr>
                    </a:p>
                  </a:txBody>
                  <a:tcPr marL="91438" marR="9143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sz="2800" b="0" i="0" u="none" strike="noStrike" cap="none" normalizeH="0" baseline="0" dirty="0" smtClean="0">
                        <a:ln>
                          <a:noFill/>
                        </a:ln>
                        <a:solidFill>
                          <a:schemeClr val="tx1"/>
                        </a:solidFill>
                        <a:effectLst/>
                        <a:latin typeface="Arial" charset="0"/>
                      </a:endParaRPr>
                    </a:p>
                  </a:txBody>
                  <a:tcPr marL="91438" marR="9143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126998" name="Rectangle 27"/>
          <p:cNvSpPr>
            <a:spLocks noChangeArrowheads="1"/>
          </p:cNvSpPr>
          <p:nvPr/>
        </p:nvSpPr>
        <p:spPr bwMode="auto">
          <a:xfrm>
            <a:off x="0" y="32194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Font typeface="Arial" pitchFamily="34" charset="0"/>
              <a:buChar char="•"/>
              <a:defRPr sz="3200">
                <a:solidFill>
                  <a:schemeClr val="tx1"/>
                </a:solidFill>
                <a:latin typeface="Calibri" pitchFamily="34" charset="0"/>
                <a:ea typeface="ＭＳ Ｐゴシック" pitchFamily="34" charset="-128"/>
              </a:defRPr>
            </a:lvl1pPr>
            <a:lvl2pPr marL="742950" indent="-285750" eaLnBrk="0" hangingPunct="0">
              <a:spcBef>
                <a:spcPct val="20000"/>
              </a:spcBef>
              <a:buFont typeface="Arial" pitchFamily="34" charset="0"/>
              <a:buChar char="–"/>
              <a:defRPr sz="2800">
                <a:solidFill>
                  <a:schemeClr val="tx1"/>
                </a:solidFill>
                <a:latin typeface="Calibri" pitchFamily="34" charset="0"/>
                <a:ea typeface="ＭＳ Ｐゴシック" pitchFamily="34" charset="-128"/>
              </a:defRPr>
            </a:lvl2pPr>
            <a:lvl3pPr marL="1143000" indent="-228600" eaLnBrk="0" hangingPunct="0">
              <a:spcBef>
                <a:spcPct val="20000"/>
              </a:spcBef>
              <a:buFont typeface="Arial" pitchFamily="34" charset="0"/>
              <a:buChar char="•"/>
              <a:defRPr sz="2400">
                <a:solidFill>
                  <a:schemeClr val="tx1"/>
                </a:solidFill>
                <a:latin typeface="Calibri" pitchFamily="34" charset="0"/>
                <a:ea typeface="ＭＳ Ｐゴシック" pitchFamily="34" charset="-128"/>
              </a:defRPr>
            </a:lvl3pPr>
            <a:lvl4pPr marL="16002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4pPr>
            <a:lvl5pPr marL="20574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5pPr>
            <a:lvl6pPr marL="25146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6pPr>
            <a:lvl7pPr marL="29718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7pPr>
            <a:lvl8pPr marL="34290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8pPr>
            <a:lvl9pPr marL="38862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9pPr>
          </a:lstStyle>
          <a:p>
            <a:pPr eaLnBrk="1" fontAlgn="base" hangingPunct="1">
              <a:spcBef>
                <a:spcPct val="0"/>
              </a:spcBef>
              <a:spcAft>
                <a:spcPct val="0"/>
              </a:spcAft>
              <a:buFontTx/>
              <a:buNone/>
            </a:pPr>
            <a:endParaRPr lang="en-US" altLang="en-US" sz="1800">
              <a:solidFill>
                <a:prstClr val="black"/>
              </a:solidFill>
            </a:endParaRPr>
          </a:p>
        </p:txBody>
      </p:sp>
      <p:graphicFrame>
        <p:nvGraphicFramePr>
          <p:cNvPr id="126999" name="Object 26"/>
          <p:cNvGraphicFramePr>
            <a:graphicFrameLocks noChangeAspect="1"/>
          </p:cNvGraphicFramePr>
          <p:nvPr/>
        </p:nvGraphicFramePr>
        <p:xfrm>
          <a:off x="2987675" y="4437063"/>
          <a:ext cx="2179638" cy="868362"/>
        </p:xfrm>
        <a:graphic>
          <a:graphicData uri="http://schemas.openxmlformats.org/presentationml/2006/ole">
            <mc:AlternateContent xmlns:mc="http://schemas.openxmlformats.org/markup-compatibility/2006">
              <mc:Choice xmlns:v="urn:schemas-microsoft-com:vml" Requires="v">
                <p:oleObj spid="_x0000_s11286" name="Equation" r:id="rId3" imgW="1053847" imgH="418893" progId="Equation.3">
                  <p:embed/>
                </p:oleObj>
              </mc:Choice>
              <mc:Fallback>
                <p:oleObj name="Equation" r:id="rId3" imgW="1053847" imgH="418893"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87675" y="4437063"/>
                        <a:ext cx="2179638" cy="868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27000" name="Rectangle 29"/>
          <p:cNvSpPr>
            <a:spLocks noChangeArrowheads="1"/>
          </p:cNvSpPr>
          <p:nvPr/>
        </p:nvSpPr>
        <p:spPr bwMode="auto">
          <a:xfrm>
            <a:off x="0" y="32194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Font typeface="Arial" pitchFamily="34" charset="0"/>
              <a:buChar char="•"/>
              <a:defRPr sz="3200">
                <a:solidFill>
                  <a:schemeClr val="tx1"/>
                </a:solidFill>
                <a:latin typeface="Calibri" pitchFamily="34" charset="0"/>
                <a:ea typeface="ＭＳ Ｐゴシック" pitchFamily="34" charset="-128"/>
              </a:defRPr>
            </a:lvl1pPr>
            <a:lvl2pPr marL="742950" indent="-285750" eaLnBrk="0" hangingPunct="0">
              <a:spcBef>
                <a:spcPct val="20000"/>
              </a:spcBef>
              <a:buFont typeface="Arial" pitchFamily="34" charset="0"/>
              <a:buChar char="–"/>
              <a:defRPr sz="2800">
                <a:solidFill>
                  <a:schemeClr val="tx1"/>
                </a:solidFill>
                <a:latin typeface="Calibri" pitchFamily="34" charset="0"/>
                <a:ea typeface="ＭＳ Ｐゴシック" pitchFamily="34" charset="-128"/>
              </a:defRPr>
            </a:lvl2pPr>
            <a:lvl3pPr marL="1143000" indent="-228600" eaLnBrk="0" hangingPunct="0">
              <a:spcBef>
                <a:spcPct val="20000"/>
              </a:spcBef>
              <a:buFont typeface="Arial" pitchFamily="34" charset="0"/>
              <a:buChar char="•"/>
              <a:defRPr sz="2400">
                <a:solidFill>
                  <a:schemeClr val="tx1"/>
                </a:solidFill>
                <a:latin typeface="Calibri" pitchFamily="34" charset="0"/>
                <a:ea typeface="ＭＳ Ｐゴシック" pitchFamily="34" charset="-128"/>
              </a:defRPr>
            </a:lvl3pPr>
            <a:lvl4pPr marL="16002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4pPr>
            <a:lvl5pPr marL="20574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5pPr>
            <a:lvl6pPr marL="25146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6pPr>
            <a:lvl7pPr marL="29718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7pPr>
            <a:lvl8pPr marL="34290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8pPr>
            <a:lvl9pPr marL="38862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9pPr>
          </a:lstStyle>
          <a:p>
            <a:pPr eaLnBrk="1" fontAlgn="base" hangingPunct="1">
              <a:spcBef>
                <a:spcPct val="0"/>
              </a:spcBef>
              <a:spcAft>
                <a:spcPct val="0"/>
              </a:spcAft>
              <a:buFontTx/>
              <a:buNone/>
            </a:pPr>
            <a:endParaRPr lang="en-US" altLang="en-US" sz="1800">
              <a:solidFill>
                <a:prstClr val="black"/>
              </a:solidFill>
            </a:endParaRPr>
          </a:p>
        </p:txBody>
      </p:sp>
      <p:graphicFrame>
        <p:nvGraphicFramePr>
          <p:cNvPr id="127001" name="Object 28"/>
          <p:cNvGraphicFramePr>
            <a:graphicFrameLocks noChangeAspect="1"/>
          </p:cNvGraphicFramePr>
          <p:nvPr/>
        </p:nvGraphicFramePr>
        <p:xfrm>
          <a:off x="6011863" y="4437063"/>
          <a:ext cx="2592387" cy="912812"/>
        </p:xfrm>
        <a:graphic>
          <a:graphicData uri="http://schemas.openxmlformats.org/presentationml/2006/ole">
            <mc:AlternateContent xmlns:mc="http://schemas.openxmlformats.org/markup-compatibility/2006">
              <mc:Choice xmlns:v="urn:schemas-microsoft-com:vml" Requires="v">
                <p:oleObj spid="_x0000_s11287" name="Equation" r:id="rId5" imgW="1194014" imgH="419146" progId="Equation.3">
                  <p:embed/>
                </p:oleObj>
              </mc:Choice>
              <mc:Fallback>
                <p:oleObj name="Equation" r:id="rId5" imgW="1194014" imgH="419146"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011863" y="4437063"/>
                        <a:ext cx="2592387" cy="912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27002" name="Rectangle 31"/>
          <p:cNvSpPr>
            <a:spLocks noChangeArrowheads="1"/>
          </p:cNvSpPr>
          <p:nvPr/>
        </p:nvSpPr>
        <p:spPr bwMode="auto">
          <a:xfrm>
            <a:off x="0" y="33289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Font typeface="Arial" pitchFamily="34" charset="0"/>
              <a:buChar char="•"/>
              <a:defRPr sz="3200">
                <a:solidFill>
                  <a:schemeClr val="tx1"/>
                </a:solidFill>
                <a:latin typeface="Calibri" pitchFamily="34" charset="0"/>
                <a:ea typeface="ＭＳ Ｐゴシック" pitchFamily="34" charset="-128"/>
              </a:defRPr>
            </a:lvl1pPr>
            <a:lvl2pPr marL="742950" indent="-285750" eaLnBrk="0" hangingPunct="0">
              <a:spcBef>
                <a:spcPct val="20000"/>
              </a:spcBef>
              <a:buFont typeface="Arial" pitchFamily="34" charset="0"/>
              <a:buChar char="–"/>
              <a:defRPr sz="2800">
                <a:solidFill>
                  <a:schemeClr val="tx1"/>
                </a:solidFill>
                <a:latin typeface="Calibri" pitchFamily="34" charset="0"/>
                <a:ea typeface="ＭＳ Ｐゴシック" pitchFamily="34" charset="-128"/>
              </a:defRPr>
            </a:lvl2pPr>
            <a:lvl3pPr marL="1143000" indent="-228600" eaLnBrk="0" hangingPunct="0">
              <a:spcBef>
                <a:spcPct val="20000"/>
              </a:spcBef>
              <a:buFont typeface="Arial" pitchFamily="34" charset="0"/>
              <a:buChar char="•"/>
              <a:defRPr sz="2400">
                <a:solidFill>
                  <a:schemeClr val="tx1"/>
                </a:solidFill>
                <a:latin typeface="Calibri" pitchFamily="34" charset="0"/>
                <a:ea typeface="ＭＳ Ｐゴシック" pitchFamily="34" charset="-128"/>
              </a:defRPr>
            </a:lvl3pPr>
            <a:lvl4pPr marL="16002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4pPr>
            <a:lvl5pPr marL="20574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5pPr>
            <a:lvl6pPr marL="25146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6pPr>
            <a:lvl7pPr marL="29718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7pPr>
            <a:lvl8pPr marL="34290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8pPr>
            <a:lvl9pPr marL="38862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9pPr>
          </a:lstStyle>
          <a:p>
            <a:pPr eaLnBrk="1" fontAlgn="base" hangingPunct="1">
              <a:spcBef>
                <a:spcPct val="0"/>
              </a:spcBef>
              <a:spcAft>
                <a:spcPct val="0"/>
              </a:spcAft>
              <a:buFontTx/>
              <a:buNone/>
            </a:pPr>
            <a:endParaRPr lang="en-US" altLang="en-US" sz="1800">
              <a:solidFill>
                <a:prstClr val="black"/>
              </a:solidFill>
            </a:endParaRPr>
          </a:p>
        </p:txBody>
      </p:sp>
      <p:graphicFrame>
        <p:nvGraphicFramePr>
          <p:cNvPr id="127003" name="Object 30"/>
          <p:cNvGraphicFramePr>
            <a:graphicFrameLocks noChangeAspect="1"/>
          </p:cNvGraphicFramePr>
          <p:nvPr/>
        </p:nvGraphicFramePr>
        <p:xfrm>
          <a:off x="3348038" y="3213100"/>
          <a:ext cx="1400175" cy="679450"/>
        </p:xfrm>
        <a:graphic>
          <a:graphicData uri="http://schemas.openxmlformats.org/presentationml/2006/ole">
            <mc:AlternateContent xmlns:mc="http://schemas.openxmlformats.org/markup-compatibility/2006">
              <mc:Choice xmlns:v="urn:schemas-microsoft-com:vml" Requires="v">
                <p:oleObj spid="_x0000_s11288" name="Equation" r:id="rId7" imgW="711200" imgH="355600" progId="Equation.3">
                  <p:embed/>
                </p:oleObj>
              </mc:Choice>
              <mc:Fallback>
                <p:oleObj name="Equation" r:id="rId7" imgW="711200" imgH="35560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348038" y="3213100"/>
                        <a:ext cx="1400175" cy="679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27004" name="Rectangle 33"/>
          <p:cNvSpPr>
            <a:spLocks noChangeArrowheads="1"/>
          </p:cNvSpPr>
          <p:nvPr/>
        </p:nvSpPr>
        <p:spPr bwMode="auto">
          <a:xfrm>
            <a:off x="0" y="32194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Font typeface="Arial" pitchFamily="34" charset="0"/>
              <a:buChar char="•"/>
              <a:defRPr sz="3200">
                <a:solidFill>
                  <a:schemeClr val="tx1"/>
                </a:solidFill>
                <a:latin typeface="Calibri" pitchFamily="34" charset="0"/>
                <a:ea typeface="ＭＳ Ｐゴシック" pitchFamily="34" charset="-128"/>
              </a:defRPr>
            </a:lvl1pPr>
            <a:lvl2pPr marL="742950" indent="-285750" eaLnBrk="0" hangingPunct="0">
              <a:spcBef>
                <a:spcPct val="20000"/>
              </a:spcBef>
              <a:buFont typeface="Arial" pitchFamily="34" charset="0"/>
              <a:buChar char="–"/>
              <a:defRPr sz="2800">
                <a:solidFill>
                  <a:schemeClr val="tx1"/>
                </a:solidFill>
                <a:latin typeface="Calibri" pitchFamily="34" charset="0"/>
                <a:ea typeface="ＭＳ Ｐゴシック" pitchFamily="34" charset="-128"/>
              </a:defRPr>
            </a:lvl2pPr>
            <a:lvl3pPr marL="1143000" indent="-228600" eaLnBrk="0" hangingPunct="0">
              <a:spcBef>
                <a:spcPct val="20000"/>
              </a:spcBef>
              <a:buFont typeface="Arial" pitchFamily="34" charset="0"/>
              <a:buChar char="•"/>
              <a:defRPr sz="2400">
                <a:solidFill>
                  <a:schemeClr val="tx1"/>
                </a:solidFill>
                <a:latin typeface="Calibri" pitchFamily="34" charset="0"/>
                <a:ea typeface="ＭＳ Ｐゴシック" pitchFamily="34" charset="-128"/>
              </a:defRPr>
            </a:lvl3pPr>
            <a:lvl4pPr marL="16002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4pPr>
            <a:lvl5pPr marL="20574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5pPr>
            <a:lvl6pPr marL="25146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6pPr>
            <a:lvl7pPr marL="29718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7pPr>
            <a:lvl8pPr marL="34290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8pPr>
            <a:lvl9pPr marL="38862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9pPr>
          </a:lstStyle>
          <a:p>
            <a:pPr eaLnBrk="1" fontAlgn="base" hangingPunct="1">
              <a:spcBef>
                <a:spcPct val="0"/>
              </a:spcBef>
              <a:spcAft>
                <a:spcPct val="0"/>
              </a:spcAft>
              <a:buFontTx/>
              <a:buNone/>
            </a:pPr>
            <a:endParaRPr lang="en-US" altLang="en-US" sz="1800">
              <a:solidFill>
                <a:prstClr val="black"/>
              </a:solidFill>
            </a:endParaRPr>
          </a:p>
        </p:txBody>
      </p:sp>
      <p:graphicFrame>
        <p:nvGraphicFramePr>
          <p:cNvPr id="127005" name="Object 32"/>
          <p:cNvGraphicFramePr>
            <a:graphicFrameLocks noChangeAspect="1"/>
          </p:cNvGraphicFramePr>
          <p:nvPr/>
        </p:nvGraphicFramePr>
        <p:xfrm>
          <a:off x="5867400" y="3213100"/>
          <a:ext cx="2952750" cy="738188"/>
        </p:xfrm>
        <a:graphic>
          <a:graphicData uri="http://schemas.openxmlformats.org/presentationml/2006/ole">
            <mc:AlternateContent xmlns:mc="http://schemas.openxmlformats.org/markup-compatibility/2006">
              <mc:Choice xmlns:v="urn:schemas-microsoft-com:vml" Requires="v">
                <p:oleObj spid="_x0000_s11289" name="Equation" r:id="rId9" imgW="1676124" imgH="418893" progId="Equation.3">
                  <p:embed/>
                </p:oleObj>
              </mc:Choice>
              <mc:Fallback>
                <p:oleObj name="Equation" r:id="rId9" imgW="1676124" imgH="418893"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867400" y="3213100"/>
                        <a:ext cx="2952750" cy="738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27006" name="TextBox 1"/>
          <p:cNvSpPr txBox="1">
            <a:spLocks noChangeArrowheads="1"/>
          </p:cNvSpPr>
          <p:nvPr/>
        </p:nvSpPr>
        <p:spPr bwMode="auto">
          <a:xfrm>
            <a:off x="539750" y="1052513"/>
            <a:ext cx="302418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Font typeface="Arial" pitchFamily="34" charset="0"/>
              <a:buChar char="•"/>
              <a:defRPr sz="3200">
                <a:solidFill>
                  <a:schemeClr val="tx1"/>
                </a:solidFill>
                <a:latin typeface="Calibri" pitchFamily="34" charset="0"/>
                <a:ea typeface="ＭＳ Ｐゴシック" pitchFamily="34" charset="-128"/>
              </a:defRPr>
            </a:lvl1pPr>
            <a:lvl2pPr marL="742950" indent="-285750" eaLnBrk="0" hangingPunct="0">
              <a:spcBef>
                <a:spcPct val="20000"/>
              </a:spcBef>
              <a:buFont typeface="Arial" pitchFamily="34" charset="0"/>
              <a:buChar char="–"/>
              <a:defRPr sz="2800">
                <a:solidFill>
                  <a:schemeClr val="tx1"/>
                </a:solidFill>
                <a:latin typeface="Calibri" pitchFamily="34" charset="0"/>
                <a:ea typeface="ＭＳ Ｐゴシック" pitchFamily="34" charset="-128"/>
              </a:defRPr>
            </a:lvl2pPr>
            <a:lvl3pPr marL="1143000" indent="-228600" eaLnBrk="0" hangingPunct="0">
              <a:spcBef>
                <a:spcPct val="20000"/>
              </a:spcBef>
              <a:buFont typeface="Arial" pitchFamily="34" charset="0"/>
              <a:buChar char="•"/>
              <a:defRPr sz="2400">
                <a:solidFill>
                  <a:schemeClr val="tx1"/>
                </a:solidFill>
                <a:latin typeface="Calibri" pitchFamily="34" charset="0"/>
                <a:ea typeface="ＭＳ Ｐゴシック" pitchFamily="34" charset="-128"/>
              </a:defRPr>
            </a:lvl3pPr>
            <a:lvl4pPr marL="16002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4pPr>
            <a:lvl5pPr marL="20574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5pPr>
            <a:lvl6pPr marL="25146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6pPr>
            <a:lvl7pPr marL="29718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7pPr>
            <a:lvl8pPr marL="34290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8pPr>
            <a:lvl9pPr marL="38862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9pPr>
          </a:lstStyle>
          <a:p>
            <a:pPr eaLnBrk="1" fontAlgn="base" hangingPunct="1">
              <a:spcBef>
                <a:spcPct val="0"/>
              </a:spcBef>
              <a:spcAft>
                <a:spcPct val="0"/>
              </a:spcAft>
              <a:buFontTx/>
              <a:buNone/>
            </a:pPr>
            <a:r>
              <a:rPr lang="en-US" altLang="en-US" sz="2400">
                <a:solidFill>
                  <a:prstClr val="black"/>
                </a:solidFill>
              </a:rPr>
              <a:t>Which formula to use?</a:t>
            </a:r>
          </a:p>
        </p:txBody>
      </p:sp>
    </p:spTree>
    <p:extLst>
      <p:ext uri="{BB962C8B-B14F-4D97-AF65-F5344CB8AC3E}">
        <p14:creationId xmlns:p14="http://schemas.microsoft.com/office/powerpoint/2010/main" val="276209221"/>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Slide Number Placeholder 2"/>
          <p:cNvSpPr>
            <a:spLocks noGrp="1"/>
          </p:cNvSpPr>
          <p:nvPr>
            <p:ph type="sldNum" sz="quarter" idx="12"/>
          </p:nvPr>
        </p:nvSpPr>
        <p:spPr bwMode="auto">
          <a:xfrm>
            <a:off x="3124200" y="6519863"/>
            <a:ext cx="2895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Arial" pitchFamily="34" charset="0"/>
              <a:buChar char="•"/>
              <a:defRPr sz="3200">
                <a:solidFill>
                  <a:schemeClr val="tx1"/>
                </a:solidFill>
                <a:latin typeface="Calibri" pitchFamily="34" charset="0"/>
                <a:ea typeface="ＭＳ Ｐゴシック" pitchFamily="34" charset="-128"/>
              </a:defRPr>
            </a:lvl1pPr>
            <a:lvl2pPr marL="742950" indent="-285750" eaLnBrk="0" hangingPunct="0">
              <a:spcBef>
                <a:spcPct val="20000"/>
              </a:spcBef>
              <a:buFont typeface="Arial" pitchFamily="34" charset="0"/>
              <a:buChar char="–"/>
              <a:defRPr sz="2800">
                <a:solidFill>
                  <a:schemeClr val="tx1"/>
                </a:solidFill>
                <a:latin typeface="Calibri" pitchFamily="34" charset="0"/>
                <a:ea typeface="ＭＳ Ｐゴシック" pitchFamily="34" charset="-128"/>
              </a:defRPr>
            </a:lvl2pPr>
            <a:lvl3pPr marL="1143000" indent="-228600" eaLnBrk="0" hangingPunct="0">
              <a:spcBef>
                <a:spcPct val="20000"/>
              </a:spcBef>
              <a:buFont typeface="Arial" pitchFamily="34" charset="0"/>
              <a:buChar char="•"/>
              <a:defRPr sz="2400">
                <a:solidFill>
                  <a:schemeClr val="tx1"/>
                </a:solidFill>
                <a:latin typeface="Calibri" pitchFamily="34" charset="0"/>
                <a:ea typeface="ＭＳ Ｐゴシック" pitchFamily="34" charset="-128"/>
              </a:defRPr>
            </a:lvl3pPr>
            <a:lvl4pPr marL="16002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4pPr>
            <a:lvl5pPr marL="20574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5pPr>
            <a:lvl6pPr marL="25146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6pPr>
            <a:lvl7pPr marL="29718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7pPr>
            <a:lvl8pPr marL="34290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8pPr>
            <a:lvl9pPr marL="38862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9pPr>
          </a:lstStyle>
          <a:p>
            <a:pPr algn="ctr" eaLnBrk="1" hangingPunct="1">
              <a:spcBef>
                <a:spcPct val="0"/>
              </a:spcBef>
              <a:buFontTx/>
              <a:buNone/>
            </a:pPr>
            <a:fld id="{85F8D5AB-E60A-4A64-B1E0-5525E3A9E8DC}" type="slidenum">
              <a:rPr lang="en-US" altLang="en-US" sz="1200" smtClean="0">
                <a:solidFill>
                  <a:srgbClr val="898989"/>
                </a:solidFill>
              </a:rPr>
              <a:pPr algn="ctr" eaLnBrk="1" hangingPunct="1">
                <a:spcBef>
                  <a:spcPct val="0"/>
                </a:spcBef>
                <a:buFontTx/>
                <a:buNone/>
              </a:pPr>
              <a:t>78</a:t>
            </a:fld>
            <a:endParaRPr lang="en-US" altLang="en-US" sz="1200" smtClean="0">
              <a:solidFill>
                <a:srgbClr val="898989"/>
              </a:solidFill>
            </a:endParaRPr>
          </a:p>
        </p:txBody>
      </p:sp>
      <p:pic>
        <p:nvPicPr>
          <p:cNvPr id="128003" name="Picture 1" descr="Screen Shot 2014-10-12 at 2.40.10 PM.pn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95288" y="1196975"/>
            <a:ext cx="8420100" cy="5092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p:cNvSpPr/>
          <p:nvPr/>
        </p:nvSpPr>
        <p:spPr>
          <a:xfrm>
            <a:off x="3419872" y="188640"/>
            <a:ext cx="2354631" cy="769441"/>
          </a:xfrm>
          <a:prstGeom prst="rect">
            <a:avLst/>
          </a:prstGeom>
          <a:noFill/>
        </p:spPr>
        <p:txBody>
          <a:bodyPr wrap="none">
            <a:spAutoFit/>
          </a:bodyPr>
          <a:lstStyle/>
          <a:p>
            <a:pPr algn="ctr" fontAlgn="base">
              <a:spcBef>
                <a:spcPct val="0"/>
              </a:spcBef>
              <a:spcAft>
                <a:spcPct val="0"/>
              </a:spcAft>
              <a:defRPr/>
            </a:pPr>
            <a:r>
              <a:rPr lang="en-US" sz="4400" b="1" cap="all" dirty="0">
                <a:ln w="9000" cmpd="sng">
                  <a:solidFill>
                    <a:srgbClr val="8064A2">
                      <a:shade val="50000"/>
                      <a:satMod val="120000"/>
                    </a:srgbClr>
                  </a:solidFill>
                  <a:prstDash val="solid"/>
                </a:ln>
                <a:gradFill>
                  <a:gsLst>
                    <a:gs pos="0">
                      <a:srgbClr val="8064A2">
                        <a:shade val="20000"/>
                        <a:satMod val="245000"/>
                      </a:srgbClr>
                    </a:gs>
                    <a:gs pos="43000">
                      <a:srgbClr val="8064A2">
                        <a:satMod val="255000"/>
                      </a:srgbClr>
                    </a:gs>
                    <a:gs pos="48000">
                      <a:srgbClr val="8064A2">
                        <a:shade val="85000"/>
                        <a:satMod val="255000"/>
                      </a:srgbClr>
                    </a:gs>
                    <a:gs pos="100000">
                      <a:srgbClr val="8064A2">
                        <a:shade val="20000"/>
                        <a:satMod val="245000"/>
                      </a:srgbClr>
                    </a:gs>
                  </a:gsLst>
                  <a:lin ang="5400000"/>
                </a:gradFill>
                <a:effectLst>
                  <a:reflection blurRad="12700" stA="28000" endPos="45000" dist="1000" dir="5400000" sy="-100000" algn="bl" rotWithShape="0"/>
                </a:effectLst>
                <a:ea typeface="ＭＳ Ｐゴシック" charset="0"/>
                <a:cs typeface="ＭＳ Ｐゴシック" charset="0"/>
              </a:rPr>
              <a:t>Exercise</a:t>
            </a:r>
          </a:p>
        </p:txBody>
      </p:sp>
    </p:spTree>
    <p:extLst>
      <p:ext uri="{BB962C8B-B14F-4D97-AF65-F5344CB8AC3E}">
        <p14:creationId xmlns:p14="http://schemas.microsoft.com/office/powerpoint/2010/main" val="167219421"/>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987824" y="260648"/>
            <a:ext cx="4463432" cy="769441"/>
          </a:xfrm>
          <a:prstGeom prst="rect">
            <a:avLst/>
          </a:prstGeom>
          <a:noFill/>
        </p:spPr>
        <p:txBody>
          <a:bodyPr wrap="none">
            <a:spAutoFit/>
          </a:bodyPr>
          <a:lstStyle/>
          <a:p>
            <a:pPr algn="ctr" fontAlgn="base">
              <a:spcBef>
                <a:spcPct val="0"/>
              </a:spcBef>
              <a:spcAft>
                <a:spcPct val="0"/>
              </a:spcAft>
              <a:defRPr/>
            </a:pPr>
            <a:r>
              <a:rPr lang="en-US" sz="4400" b="1" dirty="0">
                <a:ln w="9000" cmpd="sng">
                  <a:solidFill>
                    <a:srgbClr val="8064A2">
                      <a:shade val="50000"/>
                      <a:satMod val="120000"/>
                    </a:srgbClr>
                  </a:solidFill>
                  <a:prstDash val="solid"/>
                </a:ln>
                <a:gradFill>
                  <a:gsLst>
                    <a:gs pos="0">
                      <a:srgbClr val="8064A2">
                        <a:shade val="20000"/>
                        <a:satMod val="245000"/>
                      </a:srgbClr>
                    </a:gs>
                    <a:gs pos="43000">
                      <a:srgbClr val="8064A2">
                        <a:satMod val="255000"/>
                      </a:srgbClr>
                    </a:gs>
                    <a:gs pos="48000">
                      <a:srgbClr val="8064A2">
                        <a:shade val="85000"/>
                        <a:satMod val="255000"/>
                      </a:srgbClr>
                    </a:gs>
                    <a:gs pos="100000">
                      <a:srgbClr val="8064A2">
                        <a:shade val="20000"/>
                        <a:satMod val="245000"/>
                      </a:srgbClr>
                    </a:gs>
                  </a:gsLst>
                  <a:lin ang="5400000"/>
                </a:gradFill>
                <a:effectLst>
                  <a:reflection blurRad="12700" stA="28000" endPos="45000" dist="1000" dir="5400000" sy="-100000" algn="bl" rotWithShape="0"/>
                </a:effectLst>
                <a:ea typeface="ＭＳ Ｐゴシック" charset="0"/>
                <a:cs typeface="ＭＳ Ｐゴシック" charset="0"/>
              </a:rPr>
              <a:t>Exercise - Solution</a:t>
            </a:r>
          </a:p>
        </p:txBody>
      </p:sp>
      <p:graphicFrame>
        <p:nvGraphicFramePr>
          <p:cNvPr id="129027" name="Object 28"/>
          <p:cNvGraphicFramePr>
            <a:graphicFrameLocks noChangeAspect="1"/>
          </p:cNvGraphicFramePr>
          <p:nvPr/>
        </p:nvGraphicFramePr>
        <p:xfrm>
          <a:off x="827088" y="2886075"/>
          <a:ext cx="6553200" cy="2765425"/>
        </p:xfrm>
        <a:graphic>
          <a:graphicData uri="http://schemas.openxmlformats.org/presentationml/2006/ole">
            <mc:AlternateContent xmlns:mc="http://schemas.openxmlformats.org/markup-compatibility/2006">
              <mc:Choice xmlns:v="urn:schemas-microsoft-com:vml" Requires="v">
                <p:oleObj spid="_x0000_s12295" name="Equation" r:id="rId3" imgW="3289300" imgH="1384300" progId="Equation.3">
                  <p:embed/>
                </p:oleObj>
              </mc:Choice>
              <mc:Fallback>
                <p:oleObj name="Equation" r:id="rId3" imgW="3289300" imgH="13843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7088" y="2886075"/>
                        <a:ext cx="6553200" cy="2765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29028" name="TextBox 3"/>
          <p:cNvSpPr txBox="1">
            <a:spLocks noChangeArrowheads="1"/>
          </p:cNvSpPr>
          <p:nvPr/>
        </p:nvSpPr>
        <p:spPr bwMode="auto">
          <a:xfrm>
            <a:off x="395288" y="1268413"/>
            <a:ext cx="6737350" cy="1385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Font typeface="Arial" pitchFamily="34" charset="0"/>
              <a:buChar char="•"/>
              <a:defRPr sz="3200">
                <a:solidFill>
                  <a:schemeClr val="tx1"/>
                </a:solidFill>
                <a:latin typeface="Calibri" pitchFamily="34" charset="0"/>
                <a:ea typeface="ＭＳ Ｐゴシック" pitchFamily="34" charset="-128"/>
              </a:defRPr>
            </a:lvl1pPr>
            <a:lvl2pPr marL="742950" indent="-285750" eaLnBrk="0" hangingPunct="0">
              <a:spcBef>
                <a:spcPct val="20000"/>
              </a:spcBef>
              <a:buFont typeface="Arial" pitchFamily="34" charset="0"/>
              <a:buChar char="–"/>
              <a:defRPr sz="2800">
                <a:solidFill>
                  <a:schemeClr val="tx1"/>
                </a:solidFill>
                <a:latin typeface="Calibri" pitchFamily="34" charset="0"/>
                <a:ea typeface="ＭＳ Ｐゴシック" pitchFamily="34" charset="-128"/>
              </a:defRPr>
            </a:lvl2pPr>
            <a:lvl3pPr marL="1143000" indent="-228600" eaLnBrk="0" hangingPunct="0">
              <a:spcBef>
                <a:spcPct val="20000"/>
              </a:spcBef>
              <a:buFont typeface="Arial" pitchFamily="34" charset="0"/>
              <a:buChar char="•"/>
              <a:defRPr sz="2400">
                <a:solidFill>
                  <a:schemeClr val="tx1"/>
                </a:solidFill>
                <a:latin typeface="Calibri" pitchFamily="34" charset="0"/>
                <a:ea typeface="ＭＳ Ｐゴシック" pitchFamily="34" charset="-128"/>
              </a:defRPr>
            </a:lvl3pPr>
            <a:lvl4pPr marL="16002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4pPr>
            <a:lvl5pPr marL="20574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5pPr>
            <a:lvl6pPr marL="25146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6pPr>
            <a:lvl7pPr marL="29718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7pPr>
            <a:lvl8pPr marL="34290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8pPr>
            <a:lvl9pPr marL="38862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9pPr>
          </a:lstStyle>
          <a:p>
            <a:pPr eaLnBrk="1" fontAlgn="base" hangingPunct="1">
              <a:spcBef>
                <a:spcPct val="0"/>
              </a:spcBef>
              <a:spcAft>
                <a:spcPct val="0"/>
              </a:spcAft>
              <a:buFontTx/>
              <a:buNone/>
            </a:pPr>
            <a:r>
              <a:rPr lang="en-US" altLang="en-US" sz="1800">
                <a:solidFill>
                  <a:srgbClr val="0000FF"/>
                </a:solidFill>
              </a:rPr>
              <a:t>i) In how many ways can we select a set of 4 microprocessors?</a:t>
            </a:r>
          </a:p>
          <a:p>
            <a:pPr eaLnBrk="1" fontAlgn="base" hangingPunct="1">
              <a:spcBef>
                <a:spcPct val="0"/>
              </a:spcBef>
              <a:spcAft>
                <a:spcPct val="0"/>
              </a:spcAft>
              <a:buFontTx/>
              <a:buNone/>
            </a:pPr>
            <a:endParaRPr lang="en-US" altLang="en-US" sz="1800">
              <a:solidFill>
                <a:prstClr val="black"/>
              </a:solidFill>
            </a:endParaRPr>
          </a:p>
          <a:p>
            <a:pPr eaLnBrk="1" fontAlgn="base" hangingPunct="1">
              <a:spcBef>
                <a:spcPct val="0"/>
              </a:spcBef>
              <a:spcAft>
                <a:spcPct val="0"/>
              </a:spcAft>
              <a:buFont typeface="Symbol" pitchFamily="18" charset="2"/>
              <a:buChar char=""/>
            </a:pPr>
            <a:r>
              <a:rPr lang="en-US" altLang="en-US" sz="2400">
                <a:solidFill>
                  <a:prstClr val="black"/>
                </a:solidFill>
              </a:rPr>
              <a:t>Order doesn’t matter, therefore use </a:t>
            </a:r>
            <a:r>
              <a:rPr lang="en-US" altLang="en-US" sz="2400" b="1">
                <a:solidFill>
                  <a:prstClr val="black"/>
                </a:solidFill>
              </a:rPr>
              <a:t>combination.</a:t>
            </a:r>
          </a:p>
          <a:p>
            <a:pPr eaLnBrk="1" fontAlgn="base" hangingPunct="1">
              <a:spcBef>
                <a:spcPct val="0"/>
              </a:spcBef>
              <a:spcAft>
                <a:spcPct val="0"/>
              </a:spcAft>
              <a:buFont typeface="Symbol" pitchFamily="18" charset="2"/>
              <a:buChar char=""/>
            </a:pPr>
            <a:r>
              <a:rPr lang="en-US" altLang="en-US" sz="2400">
                <a:solidFill>
                  <a:prstClr val="black"/>
                </a:solidFill>
              </a:rPr>
              <a:t>Repetition not allowed.  </a:t>
            </a:r>
          </a:p>
        </p:txBody>
      </p:sp>
      <p:sp>
        <p:nvSpPr>
          <p:cNvPr id="129029" name="Slide Number Placeholder 2"/>
          <p:cNvSpPr>
            <a:spLocks noGrp="1"/>
          </p:cNvSpPr>
          <p:nvPr>
            <p:ph type="sldNum" sz="quarter" idx="12"/>
          </p:nvPr>
        </p:nvSpPr>
        <p:spPr bwMode="auto">
          <a:xfrm>
            <a:off x="3124200" y="6519863"/>
            <a:ext cx="2895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Arial" pitchFamily="34" charset="0"/>
              <a:buChar char="•"/>
              <a:defRPr sz="3200">
                <a:solidFill>
                  <a:schemeClr val="tx1"/>
                </a:solidFill>
                <a:latin typeface="Calibri" pitchFamily="34" charset="0"/>
                <a:ea typeface="ＭＳ Ｐゴシック" pitchFamily="34" charset="-128"/>
              </a:defRPr>
            </a:lvl1pPr>
            <a:lvl2pPr marL="742950" indent="-285750" eaLnBrk="0" hangingPunct="0">
              <a:spcBef>
                <a:spcPct val="20000"/>
              </a:spcBef>
              <a:buFont typeface="Arial" pitchFamily="34" charset="0"/>
              <a:buChar char="–"/>
              <a:defRPr sz="2800">
                <a:solidFill>
                  <a:schemeClr val="tx1"/>
                </a:solidFill>
                <a:latin typeface="Calibri" pitchFamily="34" charset="0"/>
                <a:ea typeface="ＭＳ Ｐゴシック" pitchFamily="34" charset="-128"/>
              </a:defRPr>
            </a:lvl2pPr>
            <a:lvl3pPr marL="1143000" indent="-228600" eaLnBrk="0" hangingPunct="0">
              <a:spcBef>
                <a:spcPct val="20000"/>
              </a:spcBef>
              <a:buFont typeface="Arial" pitchFamily="34" charset="0"/>
              <a:buChar char="•"/>
              <a:defRPr sz="2400">
                <a:solidFill>
                  <a:schemeClr val="tx1"/>
                </a:solidFill>
                <a:latin typeface="Calibri" pitchFamily="34" charset="0"/>
                <a:ea typeface="ＭＳ Ｐゴシック" pitchFamily="34" charset="-128"/>
              </a:defRPr>
            </a:lvl3pPr>
            <a:lvl4pPr marL="16002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4pPr>
            <a:lvl5pPr marL="20574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5pPr>
            <a:lvl6pPr marL="25146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6pPr>
            <a:lvl7pPr marL="29718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7pPr>
            <a:lvl8pPr marL="34290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8pPr>
            <a:lvl9pPr marL="38862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9pPr>
          </a:lstStyle>
          <a:p>
            <a:pPr algn="ctr" eaLnBrk="1" hangingPunct="1">
              <a:spcBef>
                <a:spcPct val="0"/>
              </a:spcBef>
              <a:buFontTx/>
              <a:buNone/>
            </a:pPr>
            <a:fld id="{FF33F246-0E3C-4EC7-A29F-2B3312A04FF2}" type="slidenum">
              <a:rPr lang="en-US" altLang="en-US" sz="1200" smtClean="0">
                <a:solidFill>
                  <a:srgbClr val="898989"/>
                </a:solidFill>
              </a:rPr>
              <a:pPr algn="ctr" eaLnBrk="1" hangingPunct="1">
                <a:spcBef>
                  <a:spcPct val="0"/>
                </a:spcBef>
                <a:buFontTx/>
                <a:buNone/>
              </a:pPr>
              <a:t>79</a:t>
            </a:fld>
            <a:endParaRPr lang="en-US" altLang="en-US" sz="1200" smtClean="0">
              <a:solidFill>
                <a:srgbClr val="898989"/>
              </a:solidFill>
            </a:endParaRPr>
          </a:p>
        </p:txBody>
      </p:sp>
    </p:spTree>
    <p:extLst>
      <p:ext uri="{BB962C8B-B14F-4D97-AF65-F5344CB8AC3E}">
        <p14:creationId xmlns:p14="http://schemas.microsoft.com/office/powerpoint/2010/main" val="2527443455"/>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987824" y="260648"/>
            <a:ext cx="4463432" cy="769441"/>
          </a:xfrm>
          <a:prstGeom prst="rect">
            <a:avLst/>
          </a:prstGeom>
          <a:noFill/>
        </p:spPr>
        <p:txBody>
          <a:bodyPr wrap="none">
            <a:spAutoFit/>
          </a:bodyPr>
          <a:lstStyle/>
          <a:p>
            <a:pPr algn="ctr" fontAlgn="base">
              <a:spcBef>
                <a:spcPct val="0"/>
              </a:spcBef>
              <a:spcAft>
                <a:spcPct val="0"/>
              </a:spcAft>
              <a:defRPr/>
            </a:pPr>
            <a:r>
              <a:rPr lang="en-US" sz="4400" b="1" dirty="0">
                <a:ln w="9000" cmpd="sng">
                  <a:solidFill>
                    <a:srgbClr val="8064A2">
                      <a:shade val="50000"/>
                      <a:satMod val="120000"/>
                    </a:srgbClr>
                  </a:solidFill>
                  <a:prstDash val="solid"/>
                </a:ln>
                <a:gradFill>
                  <a:gsLst>
                    <a:gs pos="0">
                      <a:srgbClr val="8064A2">
                        <a:shade val="20000"/>
                        <a:satMod val="245000"/>
                      </a:srgbClr>
                    </a:gs>
                    <a:gs pos="43000">
                      <a:srgbClr val="8064A2">
                        <a:satMod val="255000"/>
                      </a:srgbClr>
                    </a:gs>
                    <a:gs pos="48000">
                      <a:srgbClr val="8064A2">
                        <a:shade val="85000"/>
                        <a:satMod val="255000"/>
                      </a:srgbClr>
                    </a:gs>
                    <a:gs pos="100000">
                      <a:srgbClr val="8064A2">
                        <a:shade val="20000"/>
                        <a:satMod val="245000"/>
                      </a:srgbClr>
                    </a:gs>
                  </a:gsLst>
                  <a:lin ang="5400000"/>
                </a:gradFill>
                <a:effectLst>
                  <a:reflection blurRad="12700" stA="28000" endPos="45000" dist="1000" dir="5400000" sy="-100000" algn="bl" rotWithShape="0"/>
                </a:effectLst>
                <a:ea typeface="ＭＳ Ｐゴシック" charset="0"/>
                <a:cs typeface="ＭＳ Ｐゴシック" charset="0"/>
              </a:rPr>
              <a:t>Exercise - Solution</a:t>
            </a:r>
          </a:p>
        </p:txBody>
      </p:sp>
      <p:sp>
        <p:nvSpPr>
          <p:cNvPr id="130051" name="TextBox 3"/>
          <p:cNvSpPr txBox="1">
            <a:spLocks noChangeArrowheads="1"/>
          </p:cNvSpPr>
          <p:nvPr/>
        </p:nvSpPr>
        <p:spPr bwMode="auto">
          <a:xfrm>
            <a:off x="395288" y="981075"/>
            <a:ext cx="8569325" cy="203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Arial" pitchFamily="34" charset="0"/>
              <a:buChar char="•"/>
              <a:defRPr sz="3200">
                <a:solidFill>
                  <a:schemeClr val="tx1"/>
                </a:solidFill>
                <a:latin typeface="Calibri" pitchFamily="34" charset="0"/>
                <a:ea typeface="ＭＳ Ｐゴシック" pitchFamily="34" charset="-128"/>
              </a:defRPr>
            </a:lvl1pPr>
            <a:lvl2pPr marL="742950" indent="-285750" eaLnBrk="0" hangingPunct="0">
              <a:spcBef>
                <a:spcPct val="20000"/>
              </a:spcBef>
              <a:buFont typeface="Arial" pitchFamily="34" charset="0"/>
              <a:buChar char="–"/>
              <a:defRPr sz="2800">
                <a:solidFill>
                  <a:schemeClr val="tx1"/>
                </a:solidFill>
                <a:latin typeface="Calibri" pitchFamily="34" charset="0"/>
                <a:ea typeface="ＭＳ Ｐゴシック" pitchFamily="34" charset="-128"/>
              </a:defRPr>
            </a:lvl2pPr>
            <a:lvl3pPr marL="1143000" indent="-228600" eaLnBrk="0" hangingPunct="0">
              <a:spcBef>
                <a:spcPct val="20000"/>
              </a:spcBef>
              <a:buFont typeface="Arial" pitchFamily="34" charset="0"/>
              <a:buChar char="•"/>
              <a:defRPr sz="2400">
                <a:solidFill>
                  <a:schemeClr val="tx1"/>
                </a:solidFill>
                <a:latin typeface="Calibri" pitchFamily="34" charset="0"/>
                <a:ea typeface="ＭＳ Ｐゴシック" pitchFamily="34" charset="-128"/>
              </a:defRPr>
            </a:lvl3pPr>
            <a:lvl4pPr marL="16002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4pPr>
            <a:lvl5pPr marL="20574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5pPr>
            <a:lvl6pPr marL="25146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6pPr>
            <a:lvl7pPr marL="29718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7pPr>
            <a:lvl8pPr marL="34290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8pPr>
            <a:lvl9pPr marL="38862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9pPr>
          </a:lstStyle>
          <a:p>
            <a:pPr eaLnBrk="1" fontAlgn="base" hangingPunct="1">
              <a:spcBef>
                <a:spcPct val="0"/>
              </a:spcBef>
              <a:spcAft>
                <a:spcPct val="0"/>
              </a:spcAft>
              <a:buFontTx/>
              <a:buNone/>
            </a:pPr>
            <a:r>
              <a:rPr lang="en-US" altLang="en-US" sz="1800">
                <a:solidFill>
                  <a:srgbClr val="0000FF"/>
                </a:solidFill>
              </a:rPr>
              <a:t>ii) In how many ways can we select a set of 4 microprocessors containing at least I defective microprocessor?</a:t>
            </a:r>
          </a:p>
          <a:p>
            <a:pPr eaLnBrk="1" fontAlgn="base" hangingPunct="1">
              <a:spcBef>
                <a:spcPct val="0"/>
              </a:spcBef>
              <a:spcAft>
                <a:spcPct val="0"/>
              </a:spcAft>
              <a:buFontTx/>
              <a:buNone/>
            </a:pPr>
            <a:endParaRPr lang="en-US" altLang="en-US" sz="1800">
              <a:solidFill>
                <a:prstClr val="black"/>
              </a:solidFill>
            </a:endParaRPr>
          </a:p>
          <a:p>
            <a:pPr eaLnBrk="1" fontAlgn="base" hangingPunct="1">
              <a:spcBef>
                <a:spcPct val="0"/>
              </a:spcBef>
              <a:spcAft>
                <a:spcPct val="0"/>
              </a:spcAft>
              <a:buFont typeface="Symbol" pitchFamily="18" charset="2"/>
              <a:buChar char=""/>
            </a:pPr>
            <a:r>
              <a:rPr lang="en-US" altLang="en-US" sz="2400">
                <a:solidFill>
                  <a:prstClr val="black"/>
                </a:solidFill>
              </a:rPr>
              <a:t>Order doesn’t matter, therefore use </a:t>
            </a:r>
            <a:r>
              <a:rPr lang="en-US" altLang="en-US" sz="2400" b="1">
                <a:solidFill>
                  <a:prstClr val="black"/>
                </a:solidFill>
              </a:rPr>
              <a:t>combination.</a:t>
            </a:r>
          </a:p>
          <a:p>
            <a:pPr eaLnBrk="1" fontAlgn="base" hangingPunct="1">
              <a:spcBef>
                <a:spcPct val="0"/>
              </a:spcBef>
              <a:spcAft>
                <a:spcPct val="0"/>
              </a:spcAft>
              <a:buFont typeface="Symbol" pitchFamily="18" charset="2"/>
              <a:buChar char=""/>
            </a:pPr>
            <a:r>
              <a:rPr lang="en-US" altLang="en-US" sz="2400">
                <a:solidFill>
                  <a:prstClr val="black"/>
                </a:solidFill>
              </a:rPr>
              <a:t>Repetition not allowed.  </a:t>
            </a:r>
          </a:p>
          <a:p>
            <a:pPr eaLnBrk="1" fontAlgn="base" hangingPunct="1">
              <a:spcBef>
                <a:spcPct val="0"/>
              </a:spcBef>
              <a:spcAft>
                <a:spcPct val="0"/>
              </a:spcAft>
              <a:buFont typeface="Symbol" pitchFamily="18" charset="2"/>
              <a:buChar char=""/>
            </a:pPr>
            <a:r>
              <a:rPr lang="en-US" altLang="en-US" sz="2400">
                <a:solidFill>
                  <a:prstClr val="black"/>
                </a:solidFill>
              </a:rPr>
              <a:t>Different tasks.</a:t>
            </a:r>
          </a:p>
        </p:txBody>
      </p:sp>
      <p:graphicFrame>
        <p:nvGraphicFramePr>
          <p:cNvPr id="5" name="Table 4"/>
          <p:cNvGraphicFramePr>
            <a:graphicFrameLocks noGrp="1"/>
          </p:cNvGraphicFramePr>
          <p:nvPr/>
        </p:nvGraphicFramePr>
        <p:xfrm>
          <a:off x="900113" y="3213100"/>
          <a:ext cx="7056437" cy="2674938"/>
        </p:xfrm>
        <a:graphic>
          <a:graphicData uri="http://schemas.openxmlformats.org/drawingml/2006/table">
            <a:tbl>
              <a:tblPr firstRow="1" bandRow="1">
                <a:tableStyleId>{5C22544A-7EE6-4342-B048-85BDC9FD1C3A}</a:tableStyleId>
              </a:tblPr>
              <a:tblGrid>
                <a:gridCol w="1728107"/>
                <a:gridCol w="3816236"/>
                <a:gridCol w="1512094"/>
              </a:tblGrid>
              <a:tr h="370856">
                <a:tc>
                  <a:txBody>
                    <a:bodyPr/>
                    <a:lstStyle/>
                    <a:p>
                      <a:pPr algn="ctr">
                        <a:lnSpc>
                          <a:spcPct val="80000"/>
                        </a:lnSpc>
                      </a:pPr>
                      <a:r>
                        <a:rPr lang="en-US" sz="2000" dirty="0" smtClean="0"/>
                        <a:t>Not-Defective</a:t>
                      </a:r>
                      <a:endParaRPr lang="en-US" sz="2000" dirty="0"/>
                    </a:p>
                  </a:txBody>
                  <a:tcPr marL="91436" marR="91436" marT="45722" marB="45722"/>
                </a:tc>
                <a:tc>
                  <a:txBody>
                    <a:bodyPr/>
                    <a:lstStyle/>
                    <a:p>
                      <a:pPr algn="ctr">
                        <a:lnSpc>
                          <a:spcPct val="80000"/>
                        </a:lnSpc>
                      </a:pPr>
                      <a:endParaRPr lang="en-US" sz="2000" dirty="0"/>
                    </a:p>
                  </a:txBody>
                  <a:tcPr marL="91436" marR="91436" marT="45722" marB="45722"/>
                </a:tc>
                <a:tc>
                  <a:txBody>
                    <a:bodyPr/>
                    <a:lstStyle/>
                    <a:p>
                      <a:pPr algn="ctr">
                        <a:lnSpc>
                          <a:spcPct val="80000"/>
                        </a:lnSpc>
                      </a:pPr>
                      <a:r>
                        <a:rPr lang="en-US" sz="2000" dirty="0" smtClean="0"/>
                        <a:t>Defective</a:t>
                      </a:r>
                      <a:endParaRPr lang="en-US" sz="2000" dirty="0"/>
                    </a:p>
                  </a:txBody>
                  <a:tcPr marL="91436" marR="91436" marT="45722" marB="45722"/>
                </a:tc>
              </a:tr>
              <a:tr h="493175">
                <a:tc>
                  <a:txBody>
                    <a:bodyPr/>
                    <a:lstStyle/>
                    <a:p>
                      <a:pPr algn="ctr">
                        <a:lnSpc>
                          <a:spcPct val="80000"/>
                        </a:lnSpc>
                      </a:pPr>
                      <a:r>
                        <a:rPr lang="en-US" sz="2000" dirty="0" smtClean="0"/>
                        <a:t>3</a:t>
                      </a:r>
                      <a:endParaRPr lang="en-US" sz="2000" dirty="0"/>
                    </a:p>
                  </a:txBody>
                  <a:tcPr marL="91436" marR="91436" marT="45722" marB="45722"/>
                </a:tc>
                <a:tc>
                  <a:txBody>
                    <a:bodyPr/>
                    <a:lstStyle/>
                    <a:p>
                      <a:pPr algn="ctr">
                        <a:lnSpc>
                          <a:spcPct val="80000"/>
                        </a:lnSpc>
                      </a:pPr>
                      <a:r>
                        <a:rPr lang="en-US" sz="2000" dirty="0" smtClean="0"/>
                        <a:t>C(46,3).C(4,1) =15180*4</a:t>
                      </a:r>
                      <a:r>
                        <a:rPr lang="en-US" sz="2000" baseline="0" dirty="0" smtClean="0"/>
                        <a:t> </a:t>
                      </a:r>
                      <a:r>
                        <a:rPr lang="en-US" sz="2000" dirty="0" smtClean="0"/>
                        <a:t>= 60720</a:t>
                      </a:r>
                      <a:endParaRPr lang="en-US" sz="2000" dirty="0"/>
                    </a:p>
                  </a:txBody>
                  <a:tcPr marL="91436" marR="91436" marT="45722" marB="45722"/>
                </a:tc>
                <a:tc>
                  <a:txBody>
                    <a:bodyPr/>
                    <a:lstStyle/>
                    <a:p>
                      <a:pPr algn="ctr">
                        <a:lnSpc>
                          <a:spcPct val="80000"/>
                        </a:lnSpc>
                      </a:pPr>
                      <a:r>
                        <a:rPr lang="en-US" sz="2000" dirty="0" smtClean="0"/>
                        <a:t>1</a:t>
                      </a:r>
                      <a:endParaRPr lang="en-US" sz="2000" dirty="0"/>
                    </a:p>
                  </a:txBody>
                  <a:tcPr marL="91436" marR="91436" marT="45722" marB="45722"/>
                </a:tc>
              </a:tr>
              <a:tr h="504018">
                <a:tc>
                  <a:txBody>
                    <a:bodyPr/>
                    <a:lstStyle/>
                    <a:p>
                      <a:pPr algn="ctr">
                        <a:lnSpc>
                          <a:spcPct val="80000"/>
                        </a:lnSpc>
                      </a:pPr>
                      <a:r>
                        <a:rPr lang="en-US" sz="2000" dirty="0" smtClean="0"/>
                        <a:t>2</a:t>
                      </a:r>
                      <a:endParaRPr lang="en-US" sz="2000" dirty="0"/>
                    </a:p>
                  </a:txBody>
                  <a:tcPr marL="91436" marR="91436" marT="45722" marB="45722"/>
                </a:tc>
                <a:tc>
                  <a:txBody>
                    <a:bodyPr/>
                    <a:lstStyle/>
                    <a:p>
                      <a:pPr marL="0" marR="0" indent="0" algn="ctr" defTabSz="914400" rtl="0" eaLnBrk="1" fontAlgn="auto" latinLnBrk="0" hangingPunct="1">
                        <a:lnSpc>
                          <a:spcPct val="80000"/>
                        </a:lnSpc>
                        <a:spcBef>
                          <a:spcPts val="0"/>
                        </a:spcBef>
                        <a:spcAft>
                          <a:spcPts val="0"/>
                        </a:spcAft>
                        <a:buClrTx/>
                        <a:buSzTx/>
                        <a:buFontTx/>
                        <a:buNone/>
                        <a:tabLst/>
                        <a:defRPr/>
                      </a:pPr>
                      <a:r>
                        <a:rPr lang="en-US" sz="2000" dirty="0" smtClean="0"/>
                        <a:t>C(46,2).C(4,2) =1035*6</a:t>
                      </a:r>
                      <a:r>
                        <a:rPr lang="en-US" sz="2000" baseline="0" dirty="0" smtClean="0"/>
                        <a:t> </a:t>
                      </a:r>
                      <a:r>
                        <a:rPr lang="en-US" sz="2000" dirty="0" smtClean="0"/>
                        <a:t>= 6210</a:t>
                      </a:r>
                    </a:p>
                  </a:txBody>
                  <a:tcPr marL="91436" marR="91436" marT="45722" marB="45722"/>
                </a:tc>
                <a:tc>
                  <a:txBody>
                    <a:bodyPr/>
                    <a:lstStyle/>
                    <a:p>
                      <a:pPr algn="ctr">
                        <a:lnSpc>
                          <a:spcPct val="80000"/>
                        </a:lnSpc>
                      </a:pPr>
                      <a:r>
                        <a:rPr lang="en-US" sz="2000" dirty="0" smtClean="0"/>
                        <a:t>2</a:t>
                      </a:r>
                      <a:endParaRPr lang="en-US" sz="2000" dirty="0"/>
                    </a:p>
                  </a:txBody>
                  <a:tcPr marL="91436" marR="91436" marT="45722" marB="45722"/>
                </a:tc>
              </a:tr>
              <a:tr h="432015">
                <a:tc>
                  <a:txBody>
                    <a:bodyPr/>
                    <a:lstStyle/>
                    <a:p>
                      <a:pPr algn="ctr">
                        <a:lnSpc>
                          <a:spcPct val="80000"/>
                        </a:lnSpc>
                      </a:pPr>
                      <a:r>
                        <a:rPr lang="en-US" sz="2000" dirty="0" smtClean="0"/>
                        <a:t>1</a:t>
                      </a:r>
                      <a:endParaRPr lang="en-US" sz="2000" dirty="0"/>
                    </a:p>
                  </a:txBody>
                  <a:tcPr marL="91436" marR="91436" marT="45722" marB="45722"/>
                </a:tc>
                <a:tc>
                  <a:txBody>
                    <a:bodyPr/>
                    <a:lstStyle/>
                    <a:p>
                      <a:pPr marL="0" marR="0" indent="0" algn="ctr" defTabSz="914400" rtl="0" eaLnBrk="1" fontAlgn="auto" latinLnBrk="0" hangingPunct="1">
                        <a:lnSpc>
                          <a:spcPct val="80000"/>
                        </a:lnSpc>
                        <a:spcBef>
                          <a:spcPts val="0"/>
                        </a:spcBef>
                        <a:spcAft>
                          <a:spcPts val="0"/>
                        </a:spcAft>
                        <a:buClrTx/>
                        <a:buSzTx/>
                        <a:buFontTx/>
                        <a:buNone/>
                        <a:tabLst/>
                        <a:defRPr/>
                      </a:pPr>
                      <a:r>
                        <a:rPr lang="en-US" sz="2000" dirty="0" smtClean="0"/>
                        <a:t>C(46,1).C(4,3) =46*4</a:t>
                      </a:r>
                      <a:r>
                        <a:rPr lang="en-US" sz="2000" baseline="0" dirty="0" smtClean="0"/>
                        <a:t> </a:t>
                      </a:r>
                      <a:r>
                        <a:rPr lang="en-US" sz="2000" dirty="0" smtClean="0"/>
                        <a:t>= 184</a:t>
                      </a:r>
                    </a:p>
                  </a:txBody>
                  <a:tcPr marL="91436" marR="91436" marT="45722" marB="45722"/>
                </a:tc>
                <a:tc>
                  <a:txBody>
                    <a:bodyPr/>
                    <a:lstStyle/>
                    <a:p>
                      <a:pPr algn="ctr">
                        <a:lnSpc>
                          <a:spcPct val="80000"/>
                        </a:lnSpc>
                      </a:pPr>
                      <a:r>
                        <a:rPr lang="en-US" sz="2000" dirty="0" smtClean="0"/>
                        <a:t>3</a:t>
                      </a:r>
                      <a:endParaRPr lang="en-US" sz="2000" dirty="0"/>
                    </a:p>
                  </a:txBody>
                  <a:tcPr marL="91436" marR="91436" marT="45722" marB="45722"/>
                </a:tc>
              </a:tr>
              <a:tr h="504018">
                <a:tc>
                  <a:txBody>
                    <a:bodyPr/>
                    <a:lstStyle/>
                    <a:p>
                      <a:pPr algn="ctr">
                        <a:lnSpc>
                          <a:spcPct val="80000"/>
                        </a:lnSpc>
                      </a:pPr>
                      <a:r>
                        <a:rPr lang="en-US" sz="2000" dirty="0" smtClean="0"/>
                        <a:t>0</a:t>
                      </a:r>
                      <a:endParaRPr lang="en-US" sz="2000" dirty="0"/>
                    </a:p>
                  </a:txBody>
                  <a:tcPr marL="91436" marR="91436" marT="45722" marB="45722"/>
                </a:tc>
                <a:tc>
                  <a:txBody>
                    <a:bodyPr/>
                    <a:lstStyle/>
                    <a:p>
                      <a:pPr marL="0" marR="0" indent="0" algn="ctr" defTabSz="914400" rtl="0" eaLnBrk="1" fontAlgn="auto" latinLnBrk="0" hangingPunct="1">
                        <a:lnSpc>
                          <a:spcPct val="80000"/>
                        </a:lnSpc>
                        <a:spcBef>
                          <a:spcPts val="0"/>
                        </a:spcBef>
                        <a:spcAft>
                          <a:spcPts val="0"/>
                        </a:spcAft>
                        <a:buClrTx/>
                        <a:buSzTx/>
                        <a:buFontTx/>
                        <a:buNone/>
                        <a:tabLst/>
                        <a:defRPr/>
                      </a:pPr>
                      <a:r>
                        <a:rPr lang="en-US" sz="2000" dirty="0" smtClean="0"/>
                        <a:t>C(46,0).C(4,4) =1*1</a:t>
                      </a:r>
                      <a:r>
                        <a:rPr lang="en-US" sz="2000" baseline="0" dirty="0" smtClean="0"/>
                        <a:t> </a:t>
                      </a:r>
                      <a:r>
                        <a:rPr lang="en-US" sz="2000" dirty="0" smtClean="0"/>
                        <a:t>= 1</a:t>
                      </a:r>
                    </a:p>
                  </a:txBody>
                  <a:tcPr marL="91436" marR="91436" marT="45722" marB="45722"/>
                </a:tc>
                <a:tc>
                  <a:txBody>
                    <a:bodyPr/>
                    <a:lstStyle/>
                    <a:p>
                      <a:pPr algn="ctr">
                        <a:lnSpc>
                          <a:spcPct val="80000"/>
                        </a:lnSpc>
                      </a:pPr>
                      <a:r>
                        <a:rPr lang="en-US" sz="2000" dirty="0" smtClean="0"/>
                        <a:t>4</a:t>
                      </a:r>
                      <a:endParaRPr lang="en-US" sz="2000" dirty="0"/>
                    </a:p>
                  </a:txBody>
                  <a:tcPr marL="91436" marR="91436" marT="45722" marB="45722"/>
                </a:tc>
              </a:tr>
              <a:tr h="370856">
                <a:tc gridSpan="3">
                  <a:txBody>
                    <a:bodyPr/>
                    <a:lstStyle/>
                    <a:p>
                      <a:pPr algn="ctr">
                        <a:lnSpc>
                          <a:spcPct val="80000"/>
                        </a:lnSpc>
                      </a:pPr>
                      <a:r>
                        <a:rPr lang="en-US" sz="2000" dirty="0" smtClean="0"/>
                        <a:t>60720+6210+184+1 = 67115</a:t>
                      </a:r>
                      <a:endParaRPr lang="en-US" sz="2000" dirty="0"/>
                    </a:p>
                  </a:txBody>
                  <a:tcPr marL="91436" marR="91436" marT="45722" marB="45722"/>
                </a:tc>
                <a:tc hMerge="1">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dirty="0" smtClean="0"/>
                    </a:p>
                  </a:txBody>
                  <a:tcPr/>
                </a:tc>
                <a:tc hMerge="1">
                  <a:txBody>
                    <a:bodyPr/>
                    <a:lstStyle/>
                    <a:p>
                      <a:pPr algn="ctr"/>
                      <a:endParaRPr lang="en-US" dirty="0"/>
                    </a:p>
                  </a:txBody>
                  <a:tcPr/>
                </a:tc>
              </a:tr>
            </a:tbl>
          </a:graphicData>
        </a:graphic>
      </p:graphicFrame>
      <p:sp>
        <p:nvSpPr>
          <p:cNvPr id="130080" name="Slide Number Placeholder 2"/>
          <p:cNvSpPr>
            <a:spLocks noGrp="1"/>
          </p:cNvSpPr>
          <p:nvPr>
            <p:ph type="sldNum" sz="quarter" idx="12"/>
          </p:nvPr>
        </p:nvSpPr>
        <p:spPr bwMode="auto">
          <a:xfrm>
            <a:off x="3124200" y="6519863"/>
            <a:ext cx="2895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Arial" pitchFamily="34" charset="0"/>
              <a:buChar char="•"/>
              <a:defRPr sz="3200">
                <a:solidFill>
                  <a:schemeClr val="tx1"/>
                </a:solidFill>
                <a:latin typeface="Calibri" pitchFamily="34" charset="0"/>
                <a:ea typeface="ＭＳ Ｐゴシック" pitchFamily="34" charset="-128"/>
              </a:defRPr>
            </a:lvl1pPr>
            <a:lvl2pPr marL="742950" indent="-285750" eaLnBrk="0" hangingPunct="0">
              <a:spcBef>
                <a:spcPct val="20000"/>
              </a:spcBef>
              <a:buFont typeface="Arial" pitchFamily="34" charset="0"/>
              <a:buChar char="–"/>
              <a:defRPr sz="2800">
                <a:solidFill>
                  <a:schemeClr val="tx1"/>
                </a:solidFill>
                <a:latin typeface="Calibri" pitchFamily="34" charset="0"/>
                <a:ea typeface="ＭＳ Ｐゴシック" pitchFamily="34" charset="-128"/>
              </a:defRPr>
            </a:lvl2pPr>
            <a:lvl3pPr marL="1143000" indent="-228600" eaLnBrk="0" hangingPunct="0">
              <a:spcBef>
                <a:spcPct val="20000"/>
              </a:spcBef>
              <a:buFont typeface="Arial" pitchFamily="34" charset="0"/>
              <a:buChar char="•"/>
              <a:defRPr sz="2400">
                <a:solidFill>
                  <a:schemeClr val="tx1"/>
                </a:solidFill>
                <a:latin typeface="Calibri" pitchFamily="34" charset="0"/>
                <a:ea typeface="ＭＳ Ｐゴシック" pitchFamily="34" charset="-128"/>
              </a:defRPr>
            </a:lvl3pPr>
            <a:lvl4pPr marL="16002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4pPr>
            <a:lvl5pPr marL="20574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5pPr>
            <a:lvl6pPr marL="25146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6pPr>
            <a:lvl7pPr marL="29718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7pPr>
            <a:lvl8pPr marL="34290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8pPr>
            <a:lvl9pPr marL="38862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9pPr>
          </a:lstStyle>
          <a:p>
            <a:pPr algn="ctr" eaLnBrk="1" hangingPunct="1">
              <a:spcBef>
                <a:spcPct val="0"/>
              </a:spcBef>
              <a:buFontTx/>
              <a:buNone/>
            </a:pPr>
            <a:fld id="{C155501C-0E60-4514-A991-BBC274F8C8F4}" type="slidenum">
              <a:rPr lang="en-US" altLang="en-US" sz="1200" smtClean="0">
                <a:solidFill>
                  <a:srgbClr val="898989"/>
                </a:solidFill>
              </a:rPr>
              <a:pPr algn="ctr" eaLnBrk="1" hangingPunct="1">
                <a:spcBef>
                  <a:spcPct val="0"/>
                </a:spcBef>
                <a:buFontTx/>
                <a:buNone/>
              </a:pPr>
              <a:t>80</a:t>
            </a:fld>
            <a:endParaRPr lang="en-US" altLang="en-US" sz="1200" smtClean="0">
              <a:solidFill>
                <a:srgbClr val="898989"/>
              </a:solidFill>
            </a:endParaRPr>
          </a:p>
        </p:txBody>
      </p:sp>
    </p:spTree>
    <p:extLst>
      <p:ext uri="{BB962C8B-B14F-4D97-AF65-F5344CB8AC3E}">
        <p14:creationId xmlns:p14="http://schemas.microsoft.com/office/powerpoint/2010/main" val="2453695281"/>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24</TotalTime>
  <Words>2269</Words>
  <Application>Microsoft Office PowerPoint</Application>
  <PresentationFormat>On-screen Show (4:3)</PresentationFormat>
  <Paragraphs>342</Paragraphs>
  <Slides>80</Slides>
  <Notes>0</Notes>
  <HiddenSlides>0</HiddenSlides>
  <MMClips>0</MMClips>
  <ScaleCrop>false</ScaleCrop>
  <HeadingPairs>
    <vt:vector size="6" baseType="variant">
      <vt:variant>
        <vt:lpstr>Theme</vt:lpstr>
      </vt:variant>
      <vt:variant>
        <vt:i4>1</vt:i4>
      </vt:variant>
      <vt:variant>
        <vt:lpstr>Embedded OLE Servers</vt:lpstr>
      </vt:variant>
      <vt:variant>
        <vt:i4>1</vt:i4>
      </vt:variant>
      <vt:variant>
        <vt:lpstr>Slide Titles</vt:lpstr>
      </vt:variant>
      <vt:variant>
        <vt:i4>80</vt:i4>
      </vt:variant>
    </vt:vector>
  </HeadingPairs>
  <TitlesOfParts>
    <vt:vector size="82" baseType="lpstr">
      <vt:lpstr>1_Office Theme</vt:lpstr>
      <vt:lpstr>Equation</vt:lpstr>
      <vt:lpstr>CHAPTER 3  COUNTING METHODS (Part 2) </vt:lpstr>
      <vt:lpstr>Permutations &amp; Combinations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Example 1</vt:lpstr>
      <vt:lpstr>Example 2</vt:lpstr>
      <vt:lpstr>PowerPoint Presentation</vt:lpstr>
      <vt:lpstr>PowerPoint Presentation</vt:lpstr>
      <vt:lpstr>Permutations - Circular Arrangement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More Examples</vt:lpstr>
      <vt:lpstr>Exercise</vt:lpstr>
      <vt:lpstr>Solution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Exercise 3</vt:lpstr>
      <vt:lpstr>Combinations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More exercises</vt:lpstr>
      <vt:lpstr>PowerPoint Presentation</vt:lpstr>
      <vt:lpstr>PowerPoint Presentation</vt:lpstr>
      <vt:lpstr>PowerPoint Presentation</vt:lpstr>
      <vt:lpstr>PowerPoint Presentation</vt:lpstr>
      <vt:lpstr>PowerPoint Presentation</vt:lpstr>
      <vt:lpstr>PowerPoint Presentation</vt:lpstr>
      <vt:lpstr>Summary </vt:lpstr>
      <vt:lpstr>PowerPoint Presentation</vt:lpstr>
      <vt:lpstr>PowerPoint Presentation</vt:lpstr>
      <vt:lpstr>PowerPoint Presentation</vt:lpstr>
    </vt:vector>
  </TitlesOfParts>
  <Company>Hewlett-Packard Company</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3  COUNTING METHODS (Part 2)</dc:title>
  <dc:creator>User</dc:creator>
  <cp:lastModifiedBy>Suhaila Yusuf</cp:lastModifiedBy>
  <cp:revision>5</cp:revision>
  <dcterms:created xsi:type="dcterms:W3CDTF">2015-09-08T07:29:13Z</dcterms:created>
  <dcterms:modified xsi:type="dcterms:W3CDTF">2015-10-06T07:45:40Z</dcterms:modified>
</cp:coreProperties>
</file>